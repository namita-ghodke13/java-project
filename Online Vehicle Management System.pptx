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57" r:id="rId3"/>
    <p:sldId id="259" r:id="rId4"/>
    <p:sldId id="260" r:id="rId5"/>
    <p:sldId id="261" r:id="rId6"/>
    <p:sldId id="290"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80" r:id="rId24"/>
    <p:sldId id="281" r:id="rId25"/>
    <p:sldId id="282" r:id="rId26"/>
    <p:sldId id="283" r:id="rId27"/>
    <p:sldId id="284" r:id="rId28"/>
    <p:sldId id="285" r:id="rId29"/>
    <p:sldId id="286" r:id="rId30"/>
    <p:sldId id="287" r:id="rId31"/>
    <p:sldId id="288" r:id="rId32"/>
    <p:sldId id="28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55DE"/>
    <a:srgbClr val="1401CB"/>
    <a:srgbClr val="41F163"/>
    <a:srgbClr val="FFFFCC"/>
    <a:srgbClr val="4D6A6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884" autoAdjust="0"/>
    <p:restoredTop sz="94660"/>
  </p:normalViewPr>
  <p:slideViewPr>
    <p:cSldViewPr snapToGrid="0">
      <p:cViewPr varScale="1">
        <p:scale>
          <a:sx n="46" d="100"/>
          <a:sy n="46" d="100"/>
        </p:scale>
        <p:origin x="114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864182-CD61-4546-837F-C573A5BDB75C}" type="datetimeFigureOut">
              <a:rPr lang="en-IN" smtClean="0"/>
              <a:t>01-04-2025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BAE2C1-BCC9-4880-9AE0-A13E880B7BB7}" type="slidenum">
              <a:rPr lang="en-IN" smtClean="0"/>
              <a:t>‹#›</a:t>
            </a:fld>
            <a:endParaRPr lang="en-IN"/>
          </a:p>
        </p:txBody>
      </p:sp>
    </p:spTree>
    <p:extLst>
      <p:ext uri="{BB962C8B-B14F-4D97-AF65-F5344CB8AC3E}">
        <p14:creationId xmlns:p14="http://schemas.microsoft.com/office/powerpoint/2010/main" val="1089886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6BAE2C1-BCC9-4880-9AE0-A13E880B7BB7}" type="slidenum">
              <a:rPr lang="en-IN" smtClean="0"/>
              <a:t>2</a:t>
            </a:fld>
            <a:endParaRPr lang="en-IN"/>
          </a:p>
        </p:txBody>
      </p:sp>
    </p:spTree>
    <p:extLst>
      <p:ext uri="{BB962C8B-B14F-4D97-AF65-F5344CB8AC3E}">
        <p14:creationId xmlns:p14="http://schemas.microsoft.com/office/powerpoint/2010/main" val="36635340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6BAE2C1-BCC9-4880-9AE0-A13E880B7BB7}" type="slidenum">
              <a:rPr lang="en-IN" smtClean="0"/>
              <a:t>4</a:t>
            </a:fld>
            <a:endParaRPr lang="en-IN"/>
          </a:p>
        </p:txBody>
      </p:sp>
    </p:spTree>
    <p:extLst>
      <p:ext uri="{BB962C8B-B14F-4D97-AF65-F5344CB8AC3E}">
        <p14:creationId xmlns:p14="http://schemas.microsoft.com/office/powerpoint/2010/main" val="35195943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6BAE2C1-BCC9-4880-9AE0-A13E880B7BB7}" type="slidenum">
              <a:rPr lang="en-IN" smtClean="0"/>
              <a:t>6</a:t>
            </a:fld>
            <a:endParaRPr lang="en-IN"/>
          </a:p>
        </p:txBody>
      </p:sp>
    </p:spTree>
    <p:extLst>
      <p:ext uri="{BB962C8B-B14F-4D97-AF65-F5344CB8AC3E}">
        <p14:creationId xmlns:p14="http://schemas.microsoft.com/office/powerpoint/2010/main" val="26022849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3EB32-E71B-2BEF-E2C2-08A4387BA6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49B6F80-8608-8329-7C49-A7C066BE03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418EA15-3C48-AF42-3B1E-A261679F0172}"/>
              </a:ext>
            </a:extLst>
          </p:cNvPr>
          <p:cNvSpPr>
            <a:spLocks noGrp="1"/>
          </p:cNvSpPr>
          <p:nvPr>
            <p:ph type="dt" sz="half" idx="10"/>
          </p:nvPr>
        </p:nvSpPr>
        <p:spPr/>
        <p:txBody>
          <a:bodyPr/>
          <a:lstStyle/>
          <a:p>
            <a:fld id="{7B94B7FC-E770-410B-9141-A84CC0A1E756}" type="datetimeFigureOut">
              <a:rPr lang="en-IN" smtClean="0"/>
              <a:t>01-04-2025</a:t>
            </a:fld>
            <a:endParaRPr lang="en-IN"/>
          </a:p>
        </p:txBody>
      </p:sp>
      <p:sp>
        <p:nvSpPr>
          <p:cNvPr id="5" name="Footer Placeholder 4">
            <a:extLst>
              <a:ext uri="{FF2B5EF4-FFF2-40B4-BE49-F238E27FC236}">
                <a16:creationId xmlns:a16="http://schemas.microsoft.com/office/drawing/2014/main" id="{ABC2A053-38F4-29FC-2785-EBF57BB1AF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1807B5-5A72-050B-B426-FC7F914083DA}"/>
              </a:ext>
            </a:extLst>
          </p:cNvPr>
          <p:cNvSpPr>
            <a:spLocks noGrp="1"/>
          </p:cNvSpPr>
          <p:nvPr>
            <p:ph type="sldNum" sz="quarter" idx="12"/>
          </p:nvPr>
        </p:nvSpPr>
        <p:spPr/>
        <p:txBody>
          <a:bodyPr/>
          <a:lstStyle/>
          <a:p>
            <a:fld id="{6DD19719-0D78-4312-9CBF-975B819808A1}" type="slidenum">
              <a:rPr lang="en-IN" smtClean="0"/>
              <a:t>‹#›</a:t>
            </a:fld>
            <a:endParaRPr lang="en-IN"/>
          </a:p>
        </p:txBody>
      </p:sp>
    </p:spTree>
    <p:extLst>
      <p:ext uri="{BB962C8B-B14F-4D97-AF65-F5344CB8AC3E}">
        <p14:creationId xmlns:p14="http://schemas.microsoft.com/office/powerpoint/2010/main" val="2468043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BBBB8-67C6-EE07-27E6-9C461892044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25C5012-7451-925E-1568-69E59529E9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1E8822-2C77-9C9D-BE28-415B6EFE25FE}"/>
              </a:ext>
            </a:extLst>
          </p:cNvPr>
          <p:cNvSpPr>
            <a:spLocks noGrp="1"/>
          </p:cNvSpPr>
          <p:nvPr>
            <p:ph type="dt" sz="half" idx="10"/>
          </p:nvPr>
        </p:nvSpPr>
        <p:spPr/>
        <p:txBody>
          <a:bodyPr/>
          <a:lstStyle/>
          <a:p>
            <a:fld id="{7B94B7FC-E770-410B-9141-A84CC0A1E756}" type="datetimeFigureOut">
              <a:rPr lang="en-IN" smtClean="0"/>
              <a:t>01-04-2025</a:t>
            </a:fld>
            <a:endParaRPr lang="en-IN"/>
          </a:p>
        </p:txBody>
      </p:sp>
      <p:sp>
        <p:nvSpPr>
          <p:cNvPr id="5" name="Footer Placeholder 4">
            <a:extLst>
              <a:ext uri="{FF2B5EF4-FFF2-40B4-BE49-F238E27FC236}">
                <a16:creationId xmlns:a16="http://schemas.microsoft.com/office/drawing/2014/main" id="{234D5802-C03E-2E4D-05DB-03BC25D27E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AA2913-A84B-7C66-8E39-EDAE560B57D2}"/>
              </a:ext>
            </a:extLst>
          </p:cNvPr>
          <p:cNvSpPr>
            <a:spLocks noGrp="1"/>
          </p:cNvSpPr>
          <p:nvPr>
            <p:ph type="sldNum" sz="quarter" idx="12"/>
          </p:nvPr>
        </p:nvSpPr>
        <p:spPr/>
        <p:txBody>
          <a:bodyPr/>
          <a:lstStyle/>
          <a:p>
            <a:fld id="{6DD19719-0D78-4312-9CBF-975B819808A1}" type="slidenum">
              <a:rPr lang="en-IN" smtClean="0"/>
              <a:t>‹#›</a:t>
            </a:fld>
            <a:endParaRPr lang="en-IN"/>
          </a:p>
        </p:txBody>
      </p:sp>
    </p:spTree>
    <p:extLst>
      <p:ext uri="{BB962C8B-B14F-4D97-AF65-F5344CB8AC3E}">
        <p14:creationId xmlns:p14="http://schemas.microsoft.com/office/powerpoint/2010/main" val="17020425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7C0B9-EF75-1023-531B-02B7684496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B1BC404-90EC-5DA6-842B-A00C9BBE779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7B1E33E-D36C-A2B1-0F92-0C699DB67F20}"/>
              </a:ext>
            </a:extLst>
          </p:cNvPr>
          <p:cNvSpPr>
            <a:spLocks noGrp="1"/>
          </p:cNvSpPr>
          <p:nvPr>
            <p:ph type="dt" sz="half" idx="10"/>
          </p:nvPr>
        </p:nvSpPr>
        <p:spPr/>
        <p:txBody>
          <a:bodyPr/>
          <a:lstStyle/>
          <a:p>
            <a:fld id="{7B94B7FC-E770-410B-9141-A84CC0A1E756}" type="datetimeFigureOut">
              <a:rPr lang="en-IN" smtClean="0"/>
              <a:t>01-04-2025</a:t>
            </a:fld>
            <a:endParaRPr lang="en-IN"/>
          </a:p>
        </p:txBody>
      </p:sp>
      <p:sp>
        <p:nvSpPr>
          <p:cNvPr id="5" name="Footer Placeholder 4">
            <a:extLst>
              <a:ext uri="{FF2B5EF4-FFF2-40B4-BE49-F238E27FC236}">
                <a16:creationId xmlns:a16="http://schemas.microsoft.com/office/drawing/2014/main" id="{82FEEFED-8102-947F-C1D3-BF06C6D553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CFBEF5-4713-5534-5B04-5E97D05D4BCD}"/>
              </a:ext>
            </a:extLst>
          </p:cNvPr>
          <p:cNvSpPr>
            <a:spLocks noGrp="1"/>
          </p:cNvSpPr>
          <p:nvPr>
            <p:ph type="sldNum" sz="quarter" idx="12"/>
          </p:nvPr>
        </p:nvSpPr>
        <p:spPr/>
        <p:txBody>
          <a:bodyPr/>
          <a:lstStyle/>
          <a:p>
            <a:fld id="{6DD19719-0D78-4312-9CBF-975B819808A1}" type="slidenum">
              <a:rPr lang="en-IN" smtClean="0"/>
              <a:t>‹#›</a:t>
            </a:fld>
            <a:endParaRPr lang="en-IN"/>
          </a:p>
        </p:txBody>
      </p:sp>
    </p:spTree>
    <p:extLst>
      <p:ext uri="{BB962C8B-B14F-4D97-AF65-F5344CB8AC3E}">
        <p14:creationId xmlns:p14="http://schemas.microsoft.com/office/powerpoint/2010/main" val="904132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0475A-95FF-E24F-E194-C15E9F473BF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E377598-537F-89EB-72B1-9B1CE1237E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83FDEC8-8EBA-7E10-CC75-90818CD35D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33DF266-305B-AFDF-3FC9-381CD2E92CC2}"/>
              </a:ext>
            </a:extLst>
          </p:cNvPr>
          <p:cNvSpPr>
            <a:spLocks noGrp="1"/>
          </p:cNvSpPr>
          <p:nvPr>
            <p:ph type="dt" sz="half" idx="10"/>
          </p:nvPr>
        </p:nvSpPr>
        <p:spPr/>
        <p:txBody>
          <a:bodyPr/>
          <a:lstStyle/>
          <a:p>
            <a:fld id="{7B94B7FC-E770-410B-9141-A84CC0A1E756}" type="datetimeFigureOut">
              <a:rPr lang="en-IN" smtClean="0"/>
              <a:t>01-04-2025</a:t>
            </a:fld>
            <a:endParaRPr lang="en-IN"/>
          </a:p>
        </p:txBody>
      </p:sp>
      <p:sp>
        <p:nvSpPr>
          <p:cNvPr id="6" name="Footer Placeholder 5">
            <a:extLst>
              <a:ext uri="{FF2B5EF4-FFF2-40B4-BE49-F238E27FC236}">
                <a16:creationId xmlns:a16="http://schemas.microsoft.com/office/drawing/2014/main" id="{7A73943D-D70F-0158-F326-E1465414A14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7ACF5EE-0CE1-FF90-D175-540C09D4D2F3}"/>
              </a:ext>
            </a:extLst>
          </p:cNvPr>
          <p:cNvSpPr>
            <a:spLocks noGrp="1"/>
          </p:cNvSpPr>
          <p:nvPr>
            <p:ph type="sldNum" sz="quarter" idx="12"/>
          </p:nvPr>
        </p:nvSpPr>
        <p:spPr/>
        <p:txBody>
          <a:bodyPr/>
          <a:lstStyle/>
          <a:p>
            <a:fld id="{6DD19719-0D78-4312-9CBF-975B819808A1}" type="slidenum">
              <a:rPr lang="en-IN" smtClean="0"/>
              <a:t>‹#›</a:t>
            </a:fld>
            <a:endParaRPr lang="en-IN"/>
          </a:p>
        </p:txBody>
      </p:sp>
    </p:spTree>
    <p:extLst>
      <p:ext uri="{BB962C8B-B14F-4D97-AF65-F5344CB8AC3E}">
        <p14:creationId xmlns:p14="http://schemas.microsoft.com/office/powerpoint/2010/main" val="649386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8510F-705D-6949-5876-03C9A92092D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35A2059-DC4B-DD0F-E077-9979F3AD95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656ECB1-3C63-903F-937E-DEE7497D3A6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C97736E-FC9B-86E6-E9C4-C44D4FD35F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2CAC30-99CF-9B31-8C2C-A4921D4DA1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A3AF751-033D-F9DB-FB26-A56DF133C2C3}"/>
              </a:ext>
            </a:extLst>
          </p:cNvPr>
          <p:cNvSpPr>
            <a:spLocks noGrp="1"/>
          </p:cNvSpPr>
          <p:nvPr>
            <p:ph type="dt" sz="half" idx="10"/>
          </p:nvPr>
        </p:nvSpPr>
        <p:spPr/>
        <p:txBody>
          <a:bodyPr/>
          <a:lstStyle/>
          <a:p>
            <a:fld id="{7B94B7FC-E770-410B-9141-A84CC0A1E756}" type="datetimeFigureOut">
              <a:rPr lang="en-IN" smtClean="0"/>
              <a:t>01-04-2025</a:t>
            </a:fld>
            <a:endParaRPr lang="en-IN"/>
          </a:p>
        </p:txBody>
      </p:sp>
      <p:sp>
        <p:nvSpPr>
          <p:cNvPr id="8" name="Footer Placeholder 7">
            <a:extLst>
              <a:ext uri="{FF2B5EF4-FFF2-40B4-BE49-F238E27FC236}">
                <a16:creationId xmlns:a16="http://schemas.microsoft.com/office/drawing/2014/main" id="{A6A38364-E406-6183-C927-1802F3500BF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31D1723-188F-CEA1-34CC-C825A8D77BC0}"/>
              </a:ext>
            </a:extLst>
          </p:cNvPr>
          <p:cNvSpPr>
            <a:spLocks noGrp="1"/>
          </p:cNvSpPr>
          <p:nvPr>
            <p:ph type="sldNum" sz="quarter" idx="12"/>
          </p:nvPr>
        </p:nvSpPr>
        <p:spPr/>
        <p:txBody>
          <a:bodyPr/>
          <a:lstStyle/>
          <a:p>
            <a:fld id="{6DD19719-0D78-4312-9CBF-975B819808A1}" type="slidenum">
              <a:rPr lang="en-IN" smtClean="0"/>
              <a:t>‹#›</a:t>
            </a:fld>
            <a:endParaRPr lang="en-IN"/>
          </a:p>
        </p:txBody>
      </p:sp>
    </p:spTree>
    <p:extLst>
      <p:ext uri="{BB962C8B-B14F-4D97-AF65-F5344CB8AC3E}">
        <p14:creationId xmlns:p14="http://schemas.microsoft.com/office/powerpoint/2010/main" val="1129579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F8AFD-722D-F54D-52B3-78831B67D0D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F205B1B-3413-F340-9A64-5D7A59638B7A}"/>
              </a:ext>
            </a:extLst>
          </p:cNvPr>
          <p:cNvSpPr>
            <a:spLocks noGrp="1"/>
          </p:cNvSpPr>
          <p:nvPr>
            <p:ph type="dt" sz="half" idx="10"/>
          </p:nvPr>
        </p:nvSpPr>
        <p:spPr/>
        <p:txBody>
          <a:bodyPr/>
          <a:lstStyle/>
          <a:p>
            <a:fld id="{7B94B7FC-E770-410B-9141-A84CC0A1E756}" type="datetimeFigureOut">
              <a:rPr lang="en-IN" smtClean="0"/>
              <a:t>01-04-2025</a:t>
            </a:fld>
            <a:endParaRPr lang="en-IN"/>
          </a:p>
        </p:txBody>
      </p:sp>
      <p:sp>
        <p:nvSpPr>
          <p:cNvPr id="4" name="Footer Placeholder 3">
            <a:extLst>
              <a:ext uri="{FF2B5EF4-FFF2-40B4-BE49-F238E27FC236}">
                <a16:creationId xmlns:a16="http://schemas.microsoft.com/office/drawing/2014/main" id="{7872F1F4-C30C-7C63-F9E8-1850E4A6672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E37FA6C-2DE1-3C67-087B-0A28E1BC6783}"/>
              </a:ext>
            </a:extLst>
          </p:cNvPr>
          <p:cNvSpPr>
            <a:spLocks noGrp="1"/>
          </p:cNvSpPr>
          <p:nvPr>
            <p:ph type="sldNum" sz="quarter" idx="12"/>
          </p:nvPr>
        </p:nvSpPr>
        <p:spPr/>
        <p:txBody>
          <a:bodyPr/>
          <a:lstStyle/>
          <a:p>
            <a:fld id="{6DD19719-0D78-4312-9CBF-975B819808A1}" type="slidenum">
              <a:rPr lang="en-IN" smtClean="0"/>
              <a:t>‹#›</a:t>
            </a:fld>
            <a:endParaRPr lang="en-IN"/>
          </a:p>
        </p:txBody>
      </p:sp>
    </p:spTree>
    <p:extLst>
      <p:ext uri="{BB962C8B-B14F-4D97-AF65-F5344CB8AC3E}">
        <p14:creationId xmlns:p14="http://schemas.microsoft.com/office/powerpoint/2010/main" val="1618684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7024D1-9476-5D25-00E6-1C20F67C7DD0}"/>
              </a:ext>
            </a:extLst>
          </p:cNvPr>
          <p:cNvSpPr>
            <a:spLocks noGrp="1"/>
          </p:cNvSpPr>
          <p:nvPr>
            <p:ph type="dt" sz="half" idx="10"/>
          </p:nvPr>
        </p:nvSpPr>
        <p:spPr/>
        <p:txBody>
          <a:bodyPr/>
          <a:lstStyle/>
          <a:p>
            <a:fld id="{7B94B7FC-E770-410B-9141-A84CC0A1E756}" type="datetimeFigureOut">
              <a:rPr lang="en-IN" smtClean="0"/>
              <a:t>01-04-2025</a:t>
            </a:fld>
            <a:endParaRPr lang="en-IN"/>
          </a:p>
        </p:txBody>
      </p:sp>
      <p:sp>
        <p:nvSpPr>
          <p:cNvPr id="3" name="Footer Placeholder 2">
            <a:extLst>
              <a:ext uri="{FF2B5EF4-FFF2-40B4-BE49-F238E27FC236}">
                <a16:creationId xmlns:a16="http://schemas.microsoft.com/office/drawing/2014/main" id="{AA4E16B4-A1A7-E39C-6E0D-566420B4B89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5852530-D8D8-7469-A7E9-F5DDF0093D0B}"/>
              </a:ext>
            </a:extLst>
          </p:cNvPr>
          <p:cNvSpPr>
            <a:spLocks noGrp="1"/>
          </p:cNvSpPr>
          <p:nvPr>
            <p:ph type="sldNum" sz="quarter" idx="12"/>
          </p:nvPr>
        </p:nvSpPr>
        <p:spPr/>
        <p:txBody>
          <a:bodyPr/>
          <a:lstStyle/>
          <a:p>
            <a:fld id="{6DD19719-0D78-4312-9CBF-975B819808A1}" type="slidenum">
              <a:rPr lang="en-IN" smtClean="0"/>
              <a:t>‹#›</a:t>
            </a:fld>
            <a:endParaRPr lang="en-IN"/>
          </a:p>
        </p:txBody>
      </p:sp>
    </p:spTree>
    <p:extLst>
      <p:ext uri="{BB962C8B-B14F-4D97-AF65-F5344CB8AC3E}">
        <p14:creationId xmlns:p14="http://schemas.microsoft.com/office/powerpoint/2010/main" val="3465487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EC40F-7A93-3A79-C1E0-BE7ADCB388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F71BE77-62B8-71CF-8DC1-066A34AB71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FA65D46-9C3A-CFA1-59DC-3631038F2C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6650F3-C47E-3F7E-2D25-B51ED9DD0BAF}"/>
              </a:ext>
            </a:extLst>
          </p:cNvPr>
          <p:cNvSpPr>
            <a:spLocks noGrp="1"/>
          </p:cNvSpPr>
          <p:nvPr>
            <p:ph type="dt" sz="half" idx="10"/>
          </p:nvPr>
        </p:nvSpPr>
        <p:spPr/>
        <p:txBody>
          <a:bodyPr/>
          <a:lstStyle/>
          <a:p>
            <a:fld id="{7B94B7FC-E770-410B-9141-A84CC0A1E756}" type="datetimeFigureOut">
              <a:rPr lang="en-IN" smtClean="0"/>
              <a:t>01-04-2025</a:t>
            </a:fld>
            <a:endParaRPr lang="en-IN"/>
          </a:p>
        </p:txBody>
      </p:sp>
      <p:sp>
        <p:nvSpPr>
          <p:cNvPr id="6" name="Footer Placeholder 5">
            <a:extLst>
              <a:ext uri="{FF2B5EF4-FFF2-40B4-BE49-F238E27FC236}">
                <a16:creationId xmlns:a16="http://schemas.microsoft.com/office/drawing/2014/main" id="{A08BCEF0-C2D8-24B2-CCDD-F37D01786A8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144ED20-3042-A68C-9A57-2D9010EC6C46}"/>
              </a:ext>
            </a:extLst>
          </p:cNvPr>
          <p:cNvSpPr>
            <a:spLocks noGrp="1"/>
          </p:cNvSpPr>
          <p:nvPr>
            <p:ph type="sldNum" sz="quarter" idx="12"/>
          </p:nvPr>
        </p:nvSpPr>
        <p:spPr/>
        <p:txBody>
          <a:bodyPr/>
          <a:lstStyle/>
          <a:p>
            <a:fld id="{6DD19719-0D78-4312-9CBF-975B819808A1}" type="slidenum">
              <a:rPr lang="en-IN" smtClean="0"/>
              <a:t>‹#›</a:t>
            </a:fld>
            <a:endParaRPr lang="en-IN"/>
          </a:p>
        </p:txBody>
      </p:sp>
    </p:spTree>
    <p:extLst>
      <p:ext uri="{BB962C8B-B14F-4D97-AF65-F5344CB8AC3E}">
        <p14:creationId xmlns:p14="http://schemas.microsoft.com/office/powerpoint/2010/main" val="24575041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4E6DC-BAAA-8B94-3673-387B96DC44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861DBCF-4CAE-4CEA-42D0-BDCB1A5624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141333A-246D-5B66-D2B2-AB7621B81C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51211F-08A2-F8F2-3131-48414DC70815}"/>
              </a:ext>
            </a:extLst>
          </p:cNvPr>
          <p:cNvSpPr>
            <a:spLocks noGrp="1"/>
          </p:cNvSpPr>
          <p:nvPr>
            <p:ph type="dt" sz="half" idx="10"/>
          </p:nvPr>
        </p:nvSpPr>
        <p:spPr/>
        <p:txBody>
          <a:bodyPr/>
          <a:lstStyle/>
          <a:p>
            <a:fld id="{7B94B7FC-E770-410B-9141-A84CC0A1E756}" type="datetimeFigureOut">
              <a:rPr lang="en-IN" smtClean="0"/>
              <a:t>01-04-2025</a:t>
            </a:fld>
            <a:endParaRPr lang="en-IN"/>
          </a:p>
        </p:txBody>
      </p:sp>
      <p:sp>
        <p:nvSpPr>
          <p:cNvPr id="6" name="Footer Placeholder 5">
            <a:extLst>
              <a:ext uri="{FF2B5EF4-FFF2-40B4-BE49-F238E27FC236}">
                <a16:creationId xmlns:a16="http://schemas.microsoft.com/office/drawing/2014/main" id="{964E79F4-0861-0220-B4EE-F0CA6B39492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6513946-474C-C6D8-93F9-B7CA909CA87F}"/>
              </a:ext>
            </a:extLst>
          </p:cNvPr>
          <p:cNvSpPr>
            <a:spLocks noGrp="1"/>
          </p:cNvSpPr>
          <p:nvPr>
            <p:ph type="sldNum" sz="quarter" idx="12"/>
          </p:nvPr>
        </p:nvSpPr>
        <p:spPr/>
        <p:txBody>
          <a:bodyPr/>
          <a:lstStyle/>
          <a:p>
            <a:fld id="{6DD19719-0D78-4312-9CBF-975B819808A1}" type="slidenum">
              <a:rPr lang="en-IN" smtClean="0"/>
              <a:t>‹#›</a:t>
            </a:fld>
            <a:endParaRPr lang="en-IN"/>
          </a:p>
        </p:txBody>
      </p:sp>
    </p:spTree>
    <p:extLst>
      <p:ext uri="{BB962C8B-B14F-4D97-AF65-F5344CB8AC3E}">
        <p14:creationId xmlns:p14="http://schemas.microsoft.com/office/powerpoint/2010/main" val="3412883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7F53E-CBA1-616E-2711-E410EE5DB23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A8835F0-24F8-7AE7-0176-F34247084AC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62EA1DF-274B-348F-E8CD-20CC444FBF4D}"/>
              </a:ext>
            </a:extLst>
          </p:cNvPr>
          <p:cNvSpPr>
            <a:spLocks noGrp="1"/>
          </p:cNvSpPr>
          <p:nvPr>
            <p:ph type="dt" sz="half" idx="10"/>
          </p:nvPr>
        </p:nvSpPr>
        <p:spPr/>
        <p:txBody>
          <a:bodyPr/>
          <a:lstStyle/>
          <a:p>
            <a:fld id="{7B94B7FC-E770-410B-9141-A84CC0A1E756}" type="datetimeFigureOut">
              <a:rPr lang="en-IN" smtClean="0"/>
              <a:t>01-04-2025</a:t>
            </a:fld>
            <a:endParaRPr lang="en-IN"/>
          </a:p>
        </p:txBody>
      </p:sp>
      <p:sp>
        <p:nvSpPr>
          <p:cNvPr id="5" name="Footer Placeholder 4">
            <a:extLst>
              <a:ext uri="{FF2B5EF4-FFF2-40B4-BE49-F238E27FC236}">
                <a16:creationId xmlns:a16="http://schemas.microsoft.com/office/drawing/2014/main" id="{F6DABD48-1E65-A051-DF5F-AB70366926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597246-1C1B-6754-C209-C82019E68FC6}"/>
              </a:ext>
            </a:extLst>
          </p:cNvPr>
          <p:cNvSpPr>
            <a:spLocks noGrp="1"/>
          </p:cNvSpPr>
          <p:nvPr>
            <p:ph type="sldNum" sz="quarter" idx="12"/>
          </p:nvPr>
        </p:nvSpPr>
        <p:spPr/>
        <p:txBody>
          <a:bodyPr/>
          <a:lstStyle/>
          <a:p>
            <a:fld id="{6DD19719-0D78-4312-9CBF-975B819808A1}" type="slidenum">
              <a:rPr lang="en-IN" smtClean="0"/>
              <a:t>‹#›</a:t>
            </a:fld>
            <a:endParaRPr lang="en-IN"/>
          </a:p>
        </p:txBody>
      </p:sp>
    </p:spTree>
    <p:extLst>
      <p:ext uri="{BB962C8B-B14F-4D97-AF65-F5344CB8AC3E}">
        <p14:creationId xmlns:p14="http://schemas.microsoft.com/office/powerpoint/2010/main" val="22514167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B9FC9E-A95E-F38F-B48E-578DA418AD2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D21A716-B015-B944-218F-856C8E10A2B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16F2CE2-D0F6-503C-2835-B9E252FDBFBC}"/>
              </a:ext>
            </a:extLst>
          </p:cNvPr>
          <p:cNvSpPr>
            <a:spLocks noGrp="1"/>
          </p:cNvSpPr>
          <p:nvPr>
            <p:ph type="dt" sz="half" idx="10"/>
          </p:nvPr>
        </p:nvSpPr>
        <p:spPr/>
        <p:txBody>
          <a:bodyPr/>
          <a:lstStyle/>
          <a:p>
            <a:fld id="{7B94B7FC-E770-410B-9141-A84CC0A1E756}" type="datetimeFigureOut">
              <a:rPr lang="en-IN" smtClean="0"/>
              <a:t>01-04-2025</a:t>
            </a:fld>
            <a:endParaRPr lang="en-IN"/>
          </a:p>
        </p:txBody>
      </p:sp>
      <p:sp>
        <p:nvSpPr>
          <p:cNvPr id="5" name="Footer Placeholder 4">
            <a:extLst>
              <a:ext uri="{FF2B5EF4-FFF2-40B4-BE49-F238E27FC236}">
                <a16:creationId xmlns:a16="http://schemas.microsoft.com/office/drawing/2014/main" id="{82FA5D0F-08E3-595A-E1B9-12C3A9B1B6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45A18C0-3E7A-A6AF-EB2C-4C5645356D26}"/>
              </a:ext>
            </a:extLst>
          </p:cNvPr>
          <p:cNvSpPr>
            <a:spLocks noGrp="1"/>
          </p:cNvSpPr>
          <p:nvPr>
            <p:ph type="sldNum" sz="quarter" idx="12"/>
          </p:nvPr>
        </p:nvSpPr>
        <p:spPr/>
        <p:txBody>
          <a:bodyPr/>
          <a:lstStyle/>
          <a:p>
            <a:fld id="{6DD19719-0D78-4312-9CBF-975B819808A1}" type="slidenum">
              <a:rPr lang="en-IN" smtClean="0"/>
              <a:t>‹#›</a:t>
            </a:fld>
            <a:endParaRPr lang="en-IN"/>
          </a:p>
        </p:txBody>
      </p:sp>
    </p:spTree>
    <p:extLst>
      <p:ext uri="{BB962C8B-B14F-4D97-AF65-F5344CB8AC3E}">
        <p14:creationId xmlns:p14="http://schemas.microsoft.com/office/powerpoint/2010/main" val="27839653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727496-47EA-3721-3DCA-70998D2B53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06996F0-E331-7C10-E435-A299971420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09EEE94-94A7-BE7F-39CA-4F8EDD6A7B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94B7FC-E770-410B-9141-A84CC0A1E756}" type="datetimeFigureOut">
              <a:rPr lang="en-IN" smtClean="0"/>
              <a:t>01-04-2025</a:t>
            </a:fld>
            <a:endParaRPr lang="en-IN"/>
          </a:p>
        </p:txBody>
      </p:sp>
      <p:sp>
        <p:nvSpPr>
          <p:cNvPr id="5" name="Footer Placeholder 4">
            <a:extLst>
              <a:ext uri="{FF2B5EF4-FFF2-40B4-BE49-F238E27FC236}">
                <a16:creationId xmlns:a16="http://schemas.microsoft.com/office/drawing/2014/main" id="{DFBB378E-D89B-4D42-B409-852CDC9CD7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8B5D68D-03D2-61EF-33B1-5CE182E681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D19719-0D78-4312-9CBF-975B819808A1}" type="slidenum">
              <a:rPr lang="en-IN" smtClean="0"/>
              <a:t>‹#›</a:t>
            </a:fld>
            <a:endParaRPr lang="en-IN"/>
          </a:p>
        </p:txBody>
      </p:sp>
    </p:spTree>
    <p:extLst>
      <p:ext uri="{BB962C8B-B14F-4D97-AF65-F5344CB8AC3E}">
        <p14:creationId xmlns:p14="http://schemas.microsoft.com/office/powerpoint/2010/main" val="4895289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2.jpg"/></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3A2C3BBA-9371-7EDB-AC8F-8150ACA96C5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26E49EA-A154-357C-FE45-D09AEE8D1D4D}"/>
              </a:ext>
            </a:extLst>
          </p:cNvPr>
          <p:cNvSpPr>
            <a:spLocks noGrp="1"/>
          </p:cNvSpPr>
          <p:nvPr>
            <p:ph type="ctrTitle"/>
          </p:nvPr>
        </p:nvSpPr>
        <p:spPr>
          <a:xfrm>
            <a:off x="1517070" y="3768433"/>
            <a:ext cx="9157856" cy="833583"/>
          </a:xfrm>
          <a:solidFill>
            <a:schemeClr val="accent5">
              <a:lumMod val="20000"/>
              <a:lumOff val="80000"/>
            </a:schemeClr>
          </a:solidFill>
          <a:ln w="9525" cap="flat" cmpd="sng" algn="ctr">
            <a:solidFill>
              <a:schemeClr val="accent5"/>
            </a:solidFill>
            <a:prstDash val="sysDash"/>
            <a:round/>
            <a:headEnd type="none" w="med" len="med"/>
            <a:tailEnd type="none" w="med" len="med"/>
          </a:ln>
          <a:effectLst>
            <a:glow rad="228600">
              <a:schemeClr val="accent4">
                <a:satMod val="175000"/>
                <a:alpha val="40000"/>
              </a:schemeClr>
            </a:glow>
          </a:effectLst>
        </p:spPr>
        <p:style>
          <a:lnRef idx="0">
            <a:scrgbClr r="0" g="0" b="0"/>
          </a:lnRef>
          <a:fillRef idx="0">
            <a:scrgbClr r="0" g="0" b="0"/>
          </a:fillRef>
          <a:effectRef idx="0">
            <a:scrgbClr r="0" g="0" b="0"/>
          </a:effectRef>
          <a:fontRef idx="minor">
            <a:schemeClr val="accent5"/>
          </a:fontRef>
        </p:style>
        <p:txBody>
          <a:bodyPr anchor="t">
            <a:normAutofit/>
          </a:bodyPr>
          <a:lstStyle/>
          <a:p>
            <a:r>
              <a:rPr lang="en-US" sz="4400" b="1" dirty="0">
                <a:solidFill>
                  <a:schemeClr val="accent2">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Online Vehicle Management System</a:t>
            </a:r>
            <a:endParaRPr lang="en-IN" sz="4400" b="1" dirty="0">
              <a:solidFill>
                <a:schemeClr val="accent2">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380346F-86F4-1385-88ED-475EEE321C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45741" y="1309249"/>
            <a:ext cx="4100513" cy="2459184"/>
          </a:xfrm>
          <a:prstGeom prst="rect">
            <a:avLst/>
          </a:prstGeom>
        </p:spPr>
      </p:pic>
    </p:spTree>
    <p:extLst>
      <p:ext uri="{BB962C8B-B14F-4D97-AF65-F5344CB8AC3E}">
        <p14:creationId xmlns:p14="http://schemas.microsoft.com/office/powerpoint/2010/main" val="1021008758"/>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25FCA70-5326-1389-04B8-CF49859911B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3AF26A6-3AA4-8737-CEEC-D676D6F0B90B}"/>
              </a:ext>
            </a:extLst>
          </p:cNvPr>
          <p:cNvSpPr>
            <a:spLocks noGrp="1"/>
          </p:cNvSpPr>
          <p:nvPr>
            <p:ph type="title"/>
          </p:nvPr>
        </p:nvSpPr>
        <p:spPr>
          <a:xfrm>
            <a:off x="471054" y="753340"/>
            <a:ext cx="10778403" cy="938645"/>
          </a:xfrm>
        </p:spPr>
        <p:txBody>
          <a:bodyPr>
            <a:normAutofit/>
          </a:bodyPr>
          <a:lstStyle/>
          <a:p>
            <a:pPr marL="571500" indent="-571500">
              <a:buFont typeface="Wingdings" panose="05000000000000000000" pitchFamily="2" charset="2"/>
              <a:buChar char="Ø"/>
            </a:pPr>
            <a:r>
              <a:rPr lang="en-US"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Introduction</a:t>
            </a:r>
            <a:r>
              <a:rPr lang="en-US" sz="3600" b="1" dirty="0">
                <a:solidFill>
                  <a:srgbClr val="002060"/>
                </a:solidFill>
                <a:latin typeface="Times New Roman" panose="02020603050405020304" pitchFamily="18" charset="0"/>
                <a:cs typeface="Times New Roman" panose="02020603050405020304" pitchFamily="18" charset="0"/>
              </a:rPr>
              <a:t> </a:t>
            </a:r>
            <a:endParaRPr lang="en-IN" sz="3600"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2F0F3F3-CEE2-AA02-A4FC-137DE93105ED}"/>
              </a:ext>
            </a:extLst>
          </p:cNvPr>
          <p:cNvSpPr>
            <a:spLocks noGrp="1"/>
          </p:cNvSpPr>
          <p:nvPr>
            <p:ph idx="1"/>
          </p:nvPr>
        </p:nvSpPr>
        <p:spPr>
          <a:xfrm>
            <a:off x="471054" y="1790700"/>
            <a:ext cx="11277601" cy="4139046"/>
          </a:xfrm>
        </p:spPr>
        <p:txBody>
          <a:bodyPr>
            <a:noAutofit/>
          </a:bodyPr>
          <a:lstStyle/>
          <a:p>
            <a:pPr marL="0" marR="0" indent="0">
              <a:lnSpc>
                <a:spcPct val="100000"/>
              </a:lnSpc>
              <a:spcAft>
                <a:spcPts val="800"/>
              </a:spcAft>
              <a:buNone/>
              <a:tabLst>
                <a:tab pos="1802765" algn="l"/>
              </a:tabLst>
            </a:pPr>
            <a:r>
              <a:rPr lang="en-US" sz="2400" kern="100" dirty="0">
                <a:ln>
                  <a:noFill/>
                </a:ln>
                <a:solidFill>
                  <a:srgbClr val="0D0D0D"/>
                </a:solidFill>
                <a:effectLst>
                  <a:outerShdw blurRad="38100" dist="19050" dir="2700000" algn="tl">
                    <a:schemeClr val="dk1">
                      <a:alpha val="40000"/>
                    </a:schemeClr>
                  </a:outerShdw>
                </a:effectLst>
                <a:latin typeface="Verdana" panose="020B0604030504040204" pitchFamily="34" charset="0"/>
                <a:ea typeface="Calibri" panose="020F0502020204030204" pitchFamily="34" charset="0"/>
                <a:cs typeface="Arial" panose="020B0604020202020204" pitchFamily="34" charset="0"/>
              </a:rPr>
              <a:t>       </a:t>
            </a:r>
            <a:r>
              <a:rPr lang="en-US" sz="2200"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Mangal" panose="02040503050203030202" pitchFamily="18" charset="0"/>
              </a:rPr>
              <a:t>The </a:t>
            </a:r>
            <a:r>
              <a:rPr lang="en-US" sz="2200" b="1"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Mangal" panose="02040503050203030202" pitchFamily="18" charset="0"/>
              </a:rPr>
              <a:t>Vehicle Management System </a:t>
            </a:r>
            <a:r>
              <a:rPr lang="en-US" sz="2200"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Mangal" panose="02040503050203030202" pitchFamily="18" charset="0"/>
              </a:rPr>
              <a:t>is an online platform designed to facilitate the selling of vehicles efficiently. This system is developed using </a:t>
            </a:r>
            <a:r>
              <a:rPr lang="en-US" sz="2200" b="1"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Mangal" panose="02040503050203030202" pitchFamily="18" charset="0"/>
              </a:rPr>
              <a:t>Java </a:t>
            </a:r>
            <a:r>
              <a:rPr lang="en-US" sz="2200"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Mangal" panose="02040503050203030202" pitchFamily="18" charset="0"/>
              </a:rPr>
              <a:t>and aims to provide users with a seamless experience in browsing, selecting, and purchasing vehicles.</a:t>
            </a:r>
            <a:endParaRPr lang="en-IN" sz="2200" kern="100" dirty="0">
              <a:latin typeface="Calibri" panose="020F0502020204030204" pitchFamily="34" charset="0"/>
              <a:ea typeface="Calibri" panose="020F0502020204030204" pitchFamily="34" charset="0"/>
              <a:cs typeface="Mangal" panose="02040503050203030202" pitchFamily="18" charset="0"/>
            </a:endParaRPr>
          </a:p>
          <a:p>
            <a:pPr marL="0" marR="0" indent="0">
              <a:lnSpc>
                <a:spcPct val="100000"/>
              </a:lnSpc>
              <a:spcAft>
                <a:spcPts val="800"/>
              </a:spcAft>
              <a:buNone/>
              <a:tabLst>
                <a:tab pos="1802765" algn="l"/>
              </a:tabLst>
            </a:pPr>
            <a:r>
              <a:rPr lang="en-IN" sz="2200" kern="100" dirty="0">
                <a:ln>
                  <a:noFill/>
                </a:ln>
                <a:solidFill>
                  <a:srgbClr val="0D0D0D"/>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rPr>
              <a:t>           </a:t>
            </a:r>
            <a:r>
              <a:rPr lang="en-US" sz="2200"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Mangal" panose="02040503050203030202" pitchFamily="18" charset="0"/>
              </a:rPr>
              <a:t>It serves as a bridge between vehicle sellers and buyers, ensuring a secure and user-friendly transaction process. The System helps sellers list their vehicles with detailed information, and buyers can browse, compare, and purchase vehicles effortlessly. </a:t>
            </a:r>
            <a:endParaRPr lang="en-IN" sz="2200" kern="100" dirty="0">
              <a:effectLst/>
              <a:latin typeface="Calibri" panose="020F0502020204030204" pitchFamily="34" charset="0"/>
              <a:ea typeface="Calibri" panose="020F0502020204030204" pitchFamily="34" charset="0"/>
              <a:cs typeface="Mangal" panose="02040503050203030202" pitchFamily="18" charset="0"/>
            </a:endParaRPr>
          </a:p>
          <a:p>
            <a:pPr marL="0" marR="0" indent="0">
              <a:lnSpc>
                <a:spcPct val="100000"/>
              </a:lnSpc>
              <a:spcAft>
                <a:spcPts val="800"/>
              </a:spcAft>
              <a:buNone/>
              <a:tabLst>
                <a:tab pos="1802765" algn="l"/>
              </a:tabLst>
            </a:pPr>
            <a:r>
              <a:rPr lang="en-US" sz="2200"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Mangal" panose="02040503050203030202" pitchFamily="18" charset="0"/>
              </a:rPr>
              <a:t>           Traditionally, buying or selling a vehicle requires visiting showrooms, negotiating prices, and dealing with paperwork. This system simplifies all these process and by eliminating the need for physical </a:t>
            </a:r>
            <a:r>
              <a:rPr lang="en-US" sz="2200" kern="100" dirty="0">
                <a:ln>
                  <a:noFill/>
                </a:ln>
                <a:solidFill>
                  <a:srgbClr val="0D0D0D"/>
                </a:solidFill>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Mangal" panose="02040503050203030202" pitchFamily="18" charset="0"/>
              </a:rPr>
              <a:t>visits</a:t>
            </a:r>
            <a:r>
              <a:rPr lang="en-US" sz="2200"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Mangal" panose="02040503050203030202" pitchFamily="18" charset="0"/>
              </a:rPr>
              <a:t>, this system makes the entire process faster, more efficient, and accessible to a wider audience.</a:t>
            </a:r>
            <a:endParaRPr lang="en-IN" sz="2200" dirty="0"/>
          </a:p>
        </p:txBody>
      </p:sp>
      <p:pic>
        <p:nvPicPr>
          <p:cNvPr id="6" name="Picture 5">
            <a:extLst>
              <a:ext uri="{FF2B5EF4-FFF2-40B4-BE49-F238E27FC236}">
                <a16:creationId xmlns:a16="http://schemas.microsoft.com/office/drawing/2014/main" id="{58326255-2D4C-2438-8CBA-79A9917E53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61500" y="5361674"/>
            <a:ext cx="2501900" cy="1551781"/>
          </a:xfrm>
          <a:prstGeom prst="rect">
            <a:avLst/>
          </a:prstGeom>
        </p:spPr>
      </p:pic>
    </p:spTree>
    <p:extLst>
      <p:ext uri="{BB962C8B-B14F-4D97-AF65-F5344CB8AC3E}">
        <p14:creationId xmlns:p14="http://schemas.microsoft.com/office/powerpoint/2010/main" val="1373940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779FD8F-5154-CD5F-D3FD-DA015FFE36A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19195"/>
            <a:ext cx="12191999" cy="6858000"/>
          </a:xfrm>
          <a:prstGeom prst="rect">
            <a:avLst/>
          </a:prstGeom>
        </p:spPr>
      </p:pic>
      <p:sp>
        <p:nvSpPr>
          <p:cNvPr id="3" name="Content Placeholder 2">
            <a:extLst>
              <a:ext uri="{FF2B5EF4-FFF2-40B4-BE49-F238E27FC236}">
                <a16:creationId xmlns:a16="http://schemas.microsoft.com/office/drawing/2014/main" id="{82B33C3E-13A3-D6C0-B537-A146C71D8359}"/>
              </a:ext>
            </a:extLst>
          </p:cNvPr>
          <p:cNvSpPr>
            <a:spLocks noGrp="1"/>
          </p:cNvSpPr>
          <p:nvPr>
            <p:ph idx="1"/>
          </p:nvPr>
        </p:nvSpPr>
        <p:spPr>
          <a:xfrm>
            <a:off x="574963" y="1953491"/>
            <a:ext cx="10993582" cy="3851564"/>
          </a:xfrm>
        </p:spPr>
        <p:txBody>
          <a:bodyPr>
            <a:noAutofit/>
          </a:bodyPr>
          <a:lstStyle/>
          <a:p>
            <a:pPr marL="0" marR="0" indent="0">
              <a:lnSpc>
                <a:spcPct val="100000"/>
              </a:lnSpc>
              <a:spcAft>
                <a:spcPts val="800"/>
              </a:spcAft>
              <a:buNone/>
              <a:tabLst>
                <a:tab pos="1802765" algn="l"/>
              </a:tabLst>
            </a:pPr>
            <a:r>
              <a:rPr lang="en-US" sz="2200"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Scope of Online Vehicle Management System is a web based platform designed to help people buy vehicles easily. It allows sellers to list their vehicles with details such as price, images, and specifications, while buyers can search for and compare different vehicles before making a purchase. The system provides a user-friendly interface where transactions can be done securely without needing to visit physical showrooms.</a:t>
            </a:r>
            <a:endParaRPr lang="en-IN" sz="2200" kern="100" dirty="0">
              <a:latin typeface="Times New Roman" panose="02020603050405020304" pitchFamily="18" charset="0"/>
              <a:ea typeface="Calibri" panose="020F0502020204030204" pitchFamily="34" charset="0"/>
              <a:cs typeface="Times New Roman" panose="02020603050405020304" pitchFamily="18" charset="0"/>
            </a:endParaRPr>
          </a:p>
          <a:p>
            <a:pPr marL="0" marR="0" indent="0">
              <a:lnSpc>
                <a:spcPct val="100000"/>
              </a:lnSpc>
              <a:spcAft>
                <a:spcPts val="800"/>
              </a:spcAft>
              <a:buNone/>
              <a:tabLst>
                <a:tab pos="1802765" algn="l"/>
              </a:tabLst>
            </a:pPr>
            <a:r>
              <a:rPr lang="en-US" sz="2200"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The platform is built using Java, JSP, PostgreSQL and Apache Tomcat, making it a reliable and scalable system. Administrators manage the platform by verifying vehicle listings, monitoring transactions, and ensuring smooth operations.</a:t>
            </a:r>
            <a:endParaRPr lang="en-IN" sz="22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504E499A-26CF-28B2-E7C2-C9F8D83B23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61500" y="5361674"/>
            <a:ext cx="2501900" cy="1551781"/>
          </a:xfrm>
          <a:prstGeom prst="rect">
            <a:avLst/>
          </a:prstGeom>
        </p:spPr>
      </p:pic>
      <p:sp>
        <p:nvSpPr>
          <p:cNvPr id="15" name="Title 1">
            <a:extLst>
              <a:ext uri="{FF2B5EF4-FFF2-40B4-BE49-F238E27FC236}">
                <a16:creationId xmlns:a16="http://schemas.microsoft.com/office/drawing/2014/main" id="{AD55819B-7E5C-BD0A-4C02-65F0DDE9F2D5}"/>
              </a:ext>
            </a:extLst>
          </p:cNvPr>
          <p:cNvSpPr>
            <a:spLocks noGrp="1"/>
          </p:cNvSpPr>
          <p:nvPr>
            <p:ph type="title"/>
          </p:nvPr>
        </p:nvSpPr>
        <p:spPr>
          <a:xfrm>
            <a:off x="471054" y="753340"/>
            <a:ext cx="10778403" cy="938645"/>
          </a:xfrm>
        </p:spPr>
        <p:txBody>
          <a:bodyPr>
            <a:normAutofit/>
          </a:bodyPr>
          <a:lstStyle/>
          <a:p>
            <a:pPr marL="571500" indent="-571500">
              <a:buFont typeface="Wingdings" panose="05000000000000000000" pitchFamily="2" charset="2"/>
              <a:buChar char="Ø"/>
            </a:pPr>
            <a:r>
              <a:rPr lang="en-US"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Scope of System</a:t>
            </a:r>
            <a:r>
              <a:rPr lang="en-US" sz="3600" b="1" dirty="0">
                <a:solidFill>
                  <a:srgbClr val="002060"/>
                </a:solidFill>
                <a:latin typeface="Times New Roman" panose="02020603050405020304" pitchFamily="18" charset="0"/>
                <a:cs typeface="Times New Roman" panose="02020603050405020304" pitchFamily="18" charset="0"/>
              </a:rPr>
              <a:t> </a:t>
            </a:r>
            <a:endParaRPr lang="en-IN" sz="3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2877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A7365D-FE43-F933-4639-7DB893C4E0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Content Placeholder 2">
            <a:extLst>
              <a:ext uri="{FF2B5EF4-FFF2-40B4-BE49-F238E27FC236}">
                <a16:creationId xmlns:a16="http://schemas.microsoft.com/office/drawing/2014/main" id="{2B4D8ACC-FD94-F752-D70D-891B7BCBC177}"/>
              </a:ext>
            </a:extLst>
          </p:cNvPr>
          <p:cNvSpPr>
            <a:spLocks noGrp="1"/>
          </p:cNvSpPr>
          <p:nvPr>
            <p:ph idx="1"/>
          </p:nvPr>
        </p:nvSpPr>
        <p:spPr>
          <a:xfrm>
            <a:off x="568036" y="1607126"/>
            <a:ext cx="11277600" cy="4530438"/>
          </a:xfrm>
        </p:spPr>
        <p:txBody>
          <a:bodyPr>
            <a:normAutofit fontScale="25000" lnSpcReduction="20000"/>
          </a:bodyPr>
          <a:lstStyle/>
          <a:p>
            <a:pPr marL="342900" marR="0" lvl="0" indent="-342900">
              <a:lnSpc>
                <a:spcPct val="120000"/>
              </a:lnSpc>
              <a:buSzPts val="1400"/>
              <a:buFont typeface="Symbol" panose="05050102010706020507" pitchFamily="18" charset="2"/>
              <a:buChar char=""/>
              <a:tabLst>
                <a:tab pos="1802765" algn="l"/>
              </a:tabLst>
            </a:pPr>
            <a:r>
              <a:rPr lang="en-US" sz="8800" b="1"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Traditional Buying &amp; Selling </a:t>
            </a:r>
            <a:r>
              <a:rPr lang="en-US" sz="8800"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People buy and sell vehicles through physical showrooms or local advertisements.</a:t>
            </a:r>
            <a:endParaRPr lang="en-IN" sz="8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20000"/>
              </a:lnSpc>
              <a:buSzPts val="1400"/>
              <a:buFont typeface="Symbol" panose="05050102010706020507" pitchFamily="18" charset="2"/>
              <a:buChar char=""/>
              <a:tabLst>
                <a:tab pos="1802765" algn="l"/>
              </a:tabLst>
            </a:pPr>
            <a:r>
              <a:rPr lang="en-US" sz="8800" b="1"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Limited Reach – </a:t>
            </a:r>
            <a:r>
              <a:rPr lang="en-US" sz="8800"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Sellers can only connect with buyers in their local area.</a:t>
            </a:r>
            <a:endParaRPr lang="en-IN" sz="8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20000"/>
              </a:lnSpc>
              <a:buSzPts val="1400"/>
              <a:buFont typeface="Symbol" panose="05050102010706020507" pitchFamily="18" charset="2"/>
              <a:buChar char=""/>
              <a:tabLst>
                <a:tab pos="1802765" algn="l"/>
              </a:tabLst>
            </a:pPr>
            <a:r>
              <a:rPr lang="en-US" sz="8800" b="1"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Time-Consuming Process – </a:t>
            </a:r>
            <a:r>
              <a:rPr lang="en-US" sz="8800"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Buyers need to visit multiple locations to find the right vehicle.</a:t>
            </a:r>
            <a:endParaRPr lang="en-IN" sz="8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20000"/>
              </a:lnSpc>
              <a:buSzPts val="1400"/>
              <a:buFont typeface="Symbol" panose="05050102010706020507" pitchFamily="18" charset="2"/>
              <a:buChar char=""/>
              <a:tabLst>
                <a:tab pos="1802765" algn="l"/>
              </a:tabLst>
            </a:pPr>
            <a:r>
              <a:rPr lang="en-US" sz="8800" b="1"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Manual Transactions – </a:t>
            </a:r>
            <a:r>
              <a:rPr lang="en-US" sz="8800"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Payments and paperwork are mostly done offline, which can be slow.</a:t>
            </a:r>
            <a:endParaRPr lang="en-IN" sz="8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20000"/>
              </a:lnSpc>
              <a:buSzPts val="1400"/>
              <a:buFont typeface="Symbol" panose="05050102010706020507" pitchFamily="18" charset="2"/>
              <a:buChar char=""/>
              <a:tabLst>
                <a:tab pos="1802765" algn="l"/>
              </a:tabLst>
            </a:pPr>
            <a:r>
              <a:rPr lang="en-US" sz="8800" b="1"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Lack of Proper Filtering – </a:t>
            </a:r>
            <a:r>
              <a:rPr lang="en-US" sz="8800"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Finding a vehicle with specific features requires more effort.</a:t>
            </a:r>
            <a:endParaRPr lang="en-IN" sz="8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20000"/>
              </a:lnSpc>
              <a:buSzPts val="1400"/>
              <a:buFont typeface="Symbol" panose="05050102010706020507" pitchFamily="18" charset="2"/>
              <a:buChar char=""/>
              <a:tabLst>
                <a:tab pos="1802765" algn="l"/>
              </a:tabLst>
            </a:pPr>
            <a:r>
              <a:rPr lang="en-US" sz="8800" b="1"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Higher Costs – </a:t>
            </a:r>
            <a:r>
              <a:rPr lang="en-US" sz="8800"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Seller spend money on advertisements, and buyers may pay extra due to middlemen.</a:t>
            </a:r>
            <a:endParaRPr lang="en-IN" sz="8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20000"/>
              </a:lnSpc>
              <a:buSzPts val="1400"/>
              <a:buFont typeface="Symbol" panose="05050102010706020507" pitchFamily="18" charset="2"/>
              <a:buChar char=""/>
              <a:tabLst>
                <a:tab pos="1802765" algn="l"/>
              </a:tabLst>
            </a:pPr>
            <a:r>
              <a:rPr lang="en-US" sz="8800" b="1"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No Centralized System – </a:t>
            </a:r>
            <a:r>
              <a:rPr lang="en-US" sz="8800"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No single platform where buyers and sellers can interact easily.</a:t>
            </a:r>
            <a:endParaRPr lang="en-IN" sz="8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20000"/>
              </a:lnSpc>
              <a:spcAft>
                <a:spcPts val="800"/>
              </a:spcAft>
              <a:buSzPts val="1400"/>
              <a:buFont typeface="Symbol" panose="05050102010706020507" pitchFamily="18" charset="2"/>
              <a:buChar char=""/>
              <a:tabLst>
                <a:tab pos="1802765" algn="l"/>
              </a:tabLst>
            </a:pPr>
            <a:r>
              <a:rPr lang="en-US" sz="8800" b="1"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Limited Reach – </a:t>
            </a:r>
            <a:r>
              <a:rPr lang="en-US" sz="8800"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No proper verification of vehicle details or seller authenticity.</a:t>
            </a:r>
            <a:endParaRPr lang="en-IN" sz="88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pic>
        <p:nvPicPr>
          <p:cNvPr id="10" name="Picture 9">
            <a:extLst>
              <a:ext uri="{FF2B5EF4-FFF2-40B4-BE49-F238E27FC236}">
                <a16:creationId xmlns:a16="http://schemas.microsoft.com/office/drawing/2014/main" id="{006695BF-BADA-C2AF-71D9-72DD8B7973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61500" y="5361674"/>
            <a:ext cx="2501900" cy="1551781"/>
          </a:xfrm>
          <a:prstGeom prst="rect">
            <a:avLst/>
          </a:prstGeom>
        </p:spPr>
      </p:pic>
      <p:sp>
        <p:nvSpPr>
          <p:cNvPr id="15" name="Title 1">
            <a:extLst>
              <a:ext uri="{FF2B5EF4-FFF2-40B4-BE49-F238E27FC236}">
                <a16:creationId xmlns:a16="http://schemas.microsoft.com/office/drawing/2014/main" id="{BAF7838E-74BB-51F4-50C0-5F26CA97151E}"/>
              </a:ext>
            </a:extLst>
          </p:cNvPr>
          <p:cNvSpPr>
            <a:spLocks noGrp="1"/>
          </p:cNvSpPr>
          <p:nvPr>
            <p:ph type="title"/>
          </p:nvPr>
        </p:nvSpPr>
        <p:spPr>
          <a:xfrm>
            <a:off x="471054" y="753340"/>
            <a:ext cx="10778403" cy="938645"/>
          </a:xfrm>
        </p:spPr>
        <p:txBody>
          <a:bodyPr>
            <a:normAutofit/>
          </a:bodyPr>
          <a:lstStyle/>
          <a:p>
            <a:pPr marL="571500" indent="-571500">
              <a:buFont typeface="Wingdings" panose="05000000000000000000" pitchFamily="2" charset="2"/>
              <a:buChar char="Ø"/>
            </a:pPr>
            <a:r>
              <a:rPr lang="en-US"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Existing System</a:t>
            </a:r>
            <a:r>
              <a:rPr lang="en-US" sz="3600" b="1" dirty="0">
                <a:solidFill>
                  <a:srgbClr val="002060"/>
                </a:solidFill>
                <a:latin typeface="Times New Roman" panose="02020603050405020304" pitchFamily="18" charset="0"/>
                <a:cs typeface="Times New Roman" panose="02020603050405020304" pitchFamily="18" charset="0"/>
              </a:rPr>
              <a:t> </a:t>
            </a:r>
            <a:endParaRPr lang="en-IN" sz="3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9612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AAB4706-555B-A529-11BB-E57362BEB0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Content Placeholder 2">
            <a:extLst>
              <a:ext uri="{FF2B5EF4-FFF2-40B4-BE49-F238E27FC236}">
                <a16:creationId xmlns:a16="http://schemas.microsoft.com/office/drawing/2014/main" id="{01BC8D14-A397-7551-51C6-860B1A579705}"/>
              </a:ext>
            </a:extLst>
          </p:cNvPr>
          <p:cNvSpPr>
            <a:spLocks noGrp="1"/>
          </p:cNvSpPr>
          <p:nvPr>
            <p:ph idx="1"/>
          </p:nvPr>
        </p:nvSpPr>
        <p:spPr>
          <a:xfrm>
            <a:off x="665018" y="1435100"/>
            <a:ext cx="10958946" cy="4741863"/>
          </a:xfrm>
        </p:spPr>
        <p:txBody>
          <a:bodyPr>
            <a:noAutofit/>
          </a:bodyPr>
          <a:lstStyle/>
          <a:p>
            <a:pPr marL="0" marR="0" indent="0">
              <a:lnSpc>
                <a:spcPct val="150000"/>
              </a:lnSpc>
              <a:spcAft>
                <a:spcPts val="800"/>
              </a:spcAft>
              <a:buNone/>
              <a:tabLst>
                <a:tab pos="1802765" algn="l"/>
              </a:tabLst>
            </a:pPr>
            <a:r>
              <a:rPr lang="en-US" sz="2200" kern="100" dirty="0">
                <a:solidFill>
                  <a:srgbClr val="0D0D0D"/>
                </a:solidFill>
                <a:effectLst>
                  <a:outerShdw blurRad="38100" dist="19050" dir="2700000" algn="tl">
                    <a:schemeClr val="dk1">
                      <a:alpha val="40000"/>
                    </a:schemeClr>
                  </a:outerShdw>
                </a:effectLst>
                <a:latin typeface="Verdana" panose="020B0604030504040204" pitchFamily="34" charset="0"/>
                <a:ea typeface="Calibri" panose="020F0502020204030204" pitchFamily="34" charset="0"/>
                <a:cs typeface="Arial" panose="020B0604020202020204" pitchFamily="34" charset="0"/>
              </a:rPr>
              <a:t>        </a:t>
            </a:r>
            <a:r>
              <a:rPr lang="en-US" sz="2200"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The aim of Proposed System is to develop a system of improved facilities. The Proposed System can overcome all the limitations of the Existing System. The Existing System has several disadvantages and many more difficulties to work well. The Proposed System tries to eliminate or reduce these difficulties up to some extent. The Proposed System will help the user to reduce the workload and mental conflict.</a:t>
            </a:r>
            <a:endParaRPr lang="en-IN" sz="2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nSpc>
                <a:spcPct val="150000"/>
              </a:lnSpc>
              <a:spcAft>
                <a:spcPts val="800"/>
              </a:spcAft>
              <a:buNone/>
              <a:tabLst>
                <a:tab pos="1802765" algn="l"/>
              </a:tabLst>
            </a:pPr>
            <a:r>
              <a:rPr lang="en-US" sz="2200"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The Proposed Online Vehicle Management System provide a user-friendly and efficient platform for buying and selling vehicles online. With this system, the vehicle buying and selling process becomes more convenient, cost effective, and secure, eliminating the need for intermediaries and reducing transaction time.</a:t>
            </a:r>
            <a:endParaRPr lang="en-IN" sz="22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F0AC6628-F096-CEC3-C958-AC92A67EBA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61500" y="5361674"/>
            <a:ext cx="2501900" cy="1551781"/>
          </a:xfrm>
          <a:prstGeom prst="rect">
            <a:avLst/>
          </a:prstGeom>
        </p:spPr>
      </p:pic>
      <p:sp>
        <p:nvSpPr>
          <p:cNvPr id="17" name="Title 1">
            <a:extLst>
              <a:ext uri="{FF2B5EF4-FFF2-40B4-BE49-F238E27FC236}">
                <a16:creationId xmlns:a16="http://schemas.microsoft.com/office/drawing/2014/main" id="{866E2CB6-70CF-434E-024A-922F4832D322}"/>
              </a:ext>
            </a:extLst>
          </p:cNvPr>
          <p:cNvSpPr>
            <a:spLocks noGrp="1"/>
          </p:cNvSpPr>
          <p:nvPr>
            <p:ph type="title"/>
          </p:nvPr>
        </p:nvSpPr>
        <p:spPr>
          <a:xfrm>
            <a:off x="471054" y="753340"/>
            <a:ext cx="10778403" cy="938645"/>
          </a:xfrm>
        </p:spPr>
        <p:txBody>
          <a:bodyPr>
            <a:normAutofit/>
          </a:bodyPr>
          <a:lstStyle/>
          <a:p>
            <a:pPr marL="571500" indent="-571500">
              <a:buFont typeface="Wingdings" panose="05000000000000000000" pitchFamily="2" charset="2"/>
              <a:buChar char="Ø"/>
            </a:pPr>
            <a:r>
              <a:rPr lang="en-US"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Proposed System</a:t>
            </a:r>
            <a:r>
              <a:rPr lang="en-US" sz="3600" b="1" dirty="0">
                <a:solidFill>
                  <a:srgbClr val="002060"/>
                </a:solidFill>
                <a:latin typeface="Times New Roman" panose="02020603050405020304" pitchFamily="18" charset="0"/>
                <a:cs typeface="Times New Roman" panose="02020603050405020304" pitchFamily="18" charset="0"/>
              </a:rPr>
              <a:t> </a:t>
            </a:r>
            <a:endParaRPr lang="en-IN" sz="3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390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4DA4C47-C77A-6FBE-758D-7B09B6085A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DF5931C-FC29-CBF0-BAE3-1F0BFF626999}"/>
              </a:ext>
            </a:extLst>
          </p:cNvPr>
          <p:cNvSpPr>
            <a:spLocks noGrp="1"/>
          </p:cNvSpPr>
          <p:nvPr>
            <p:ph type="title"/>
          </p:nvPr>
        </p:nvSpPr>
        <p:spPr>
          <a:xfrm>
            <a:off x="413886" y="1"/>
            <a:ext cx="10939914" cy="1245140"/>
          </a:xfrm>
        </p:spPr>
        <p:txBody>
          <a:bodyPr>
            <a:normAutofit/>
          </a:bodyPr>
          <a:lstStyle/>
          <a:p>
            <a:pPr marL="571500" indent="-571500">
              <a:buFont typeface="Wingdings" panose="05000000000000000000" pitchFamily="2" charset="2"/>
              <a:buChar char="Ø"/>
            </a:pPr>
            <a:r>
              <a:rPr lang="en-US"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Hardware &amp; Software Requirements</a:t>
            </a:r>
            <a:endParaRPr lang="en-IN"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BD3ABD77-FF1A-416D-807C-7DF0FC703B2A}"/>
              </a:ext>
            </a:extLst>
          </p:cNvPr>
          <p:cNvGraphicFramePr>
            <a:graphicFrameLocks noGrp="1"/>
          </p:cNvGraphicFramePr>
          <p:nvPr>
            <p:extLst>
              <p:ext uri="{D42A27DB-BD31-4B8C-83A1-F6EECF244321}">
                <p14:modId xmlns:p14="http://schemas.microsoft.com/office/powerpoint/2010/main" val="129579557"/>
              </p:ext>
            </p:extLst>
          </p:nvPr>
        </p:nvGraphicFramePr>
        <p:xfrm>
          <a:off x="1443182" y="1031132"/>
          <a:ext cx="8780318" cy="1887168"/>
        </p:xfrm>
        <a:graphic>
          <a:graphicData uri="http://schemas.openxmlformats.org/drawingml/2006/table">
            <a:tbl>
              <a:tblPr firstRow="1" bandRow="1">
                <a:tableStyleId>{5C22544A-7EE6-4342-B048-85BDC9FD1C3A}</a:tableStyleId>
              </a:tblPr>
              <a:tblGrid>
                <a:gridCol w="4390159">
                  <a:extLst>
                    <a:ext uri="{9D8B030D-6E8A-4147-A177-3AD203B41FA5}">
                      <a16:colId xmlns:a16="http://schemas.microsoft.com/office/drawing/2014/main" val="2952406679"/>
                    </a:ext>
                  </a:extLst>
                </a:gridCol>
                <a:gridCol w="4390159">
                  <a:extLst>
                    <a:ext uri="{9D8B030D-6E8A-4147-A177-3AD203B41FA5}">
                      <a16:colId xmlns:a16="http://schemas.microsoft.com/office/drawing/2014/main" val="3368805279"/>
                    </a:ext>
                  </a:extLst>
                </a:gridCol>
              </a:tblGrid>
              <a:tr h="471792">
                <a:tc gridSpan="2">
                  <a:txBody>
                    <a:bodyPr/>
                    <a:lstStyle/>
                    <a:p>
                      <a:pPr algn="ctr"/>
                      <a:r>
                        <a:rPr lang="en-US" sz="2400" dirty="0"/>
                        <a:t>Hardware Requirement</a:t>
                      </a:r>
                      <a:endParaRPr lang="en-IN" sz="2400" dirty="0"/>
                    </a:p>
                  </a:txBody>
                  <a:tcPr/>
                </a:tc>
                <a:tc hMerge="1">
                  <a:txBody>
                    <a:bodyPr/>
                    <a:lstStyle/>
                    <a:p>
                      <a:endParaRPr lang="en-IN"/>
                    </a:p>
                  </a:txBody>
                  <a:tcPr/>
                </a:tc>
                <a:extLst>
                  <a:ext uri="{0D108BD9-81ED-4DB2-BD59-A6C34878D82A}">
                    <a16:rowId xmlns:a16="http://schemas.microsoft.com/office/drawing/2014/main" val="2643551713"/>
                  </a:ext>
                </a:extLst>
              </a:tr>
              <a:tr h="471792">
                <a:tc>
                  <a:txBody>
                    <a:bodyPr/>
                    <a:lstStyle/>
                    <a:p>
                      <a:pPr algn="ctr"/>
                      <a:r>
                        <a:rPr lang="en-US" sz="2400" dirty="0"/>
                        <a:t>Processor</a:t>
                      </a:r>
                      <a:endParaRPr lang="en-IN" sz="2400" dirty="0"/>
                    </a:p>
                  </a:txBody>
                  <a:tcPr/>
                </a:tc>
                <a:tc>
                  <a:txBody>
                    <a:bodyPr/>
                    <a:lstStyle/>
                    <a:p>
                      <a:pPr algn="ctr"/>
                      <a:r>
                        <a:rPr lang="en-US" sz="2400" dirty="0"/>
                        <a:t>Intel Core i3</a:t>
                      </a:r>
                      <a:endParaRPr lang="en-IN" sz="2400" dirty="0"/>
                    </a:p>
                  </a:txBody>
                  <a:tcPr/>
                </a:tc>
                <a:extLst>
                  <a:ext uri="{0D108BD9-81ED-4DB2-BD59-A6C34878D82A}">
                    <a16:rowId xmlns:a16="http://schemas.microsoft.com/office/drawing/2014/main" val="1479468017"/>
                  </a:ext>
                </a:extLst>
              </a:tr>
              <a:tr h="471792">
                <a:tc>
                  <a:txBody>
                    <a:bodyPr/>
                    <a:lstStyle/>
                    <a:p>
                      <a:pPr algn="ctr"/>
                      <a:r>
                        <a:rPr lang="en-US" sz="2400" dirty="0"/>
                        <a:t>RAM</a:t>
                      </a:r>
                      <a:endParaRPr lang="en-IN" sz="2400" dirty="0"/>
                    </a:p>
                  </a:txBody>
                  <a:tcPr/>
                </a:tc>
                <a:tc>
                  <a:txBody>
                    <a:bodyPr/>
                    <a:lstStyle/>
                    <a:p>
                      <a:pPr algn="ctr"/>
                      <a:r>
                        <a:rPr lang="en-US" sz="2400" dirty="0"/>
                        <a:t>8.00 GB</a:t>
                      </a:r>
                      <a:endParaRPr lang="en-IN" sz="2400" dirty="0"/>
                    </a:p>
                  </a:txBody>
                  <a:tcPr/>
                </a:tc>
                <a:extLst>
                  <a:ext uri="{0D108BD9-81ED-4DB2-BD59-A6C34878D82A}">
                    <a16:rowId xmlns:a16="http://schemas.microsoft.com/office/drawing/2014/main" val="1290532348"/>
                  </a:ext>
                </a:extLst>
              </a:tr>
              <a:tr h="471792">
                <a:tc>
                  <a:txBody>
                    <a:bodyPr/>
                    <a:lstStyle/>
                    <a:p>
                      <a:pPr algn="ctr"/>
                      <a:r>
                        <a:rPr lang="en-US" sz="2400" dirty="0"/>
                        <a:t>SSD</a:t>
                      </a:r>
                      <a:endParaRPr lang="en-IN" sz="2400" dirty="0"/>
                    </a:p>
                  </a:txBody>
                  <a:tcPr/>
                </a:tc>
                <a:tc>
                  <a:txBody>
                    <a:bodyPr/>
                    <a:lstStyle/>
                    <a:p>
                      <a:pPr algn="ctr"/>
                      <a:r>
                        <a:rPr lang="en-US" sz="2400" dirty="0"/>
                        <a:t>512 GB</a:t>
                      </a:r>
                      <a:endParaRPr lang="en-IN" sz="2400" dirty="0"/>
                    </a:p>
                  </a:txBody>
                  <a:tcPr/>
                </a:tc>
                <a:extLst>
                  <a:ext uri="{0D108BD9-81ED-4DB2-BD59-A6C34878D82A}">
                    <a16:rowId xmlns:a16="http://schemas.microsoft.com/office/drawing/2014/main" val="2200280536"/>
                  </a:ext>
                </a:extLst>
              </a:tr>
            </a:tbl>
          </a:graphicData>
        </a:graphic>
      </p:graphicFrame>
      <p:graphicFrame>
        <p:nvGraphicFramePr>
          <p:cNvPr id="4" name="Table 3">
            <a:extLst>
              <a:ext uri="{FF2B5EF4-FFF2-40B4-BE49-F238E27FC236}">
                <a16:creationId xmlns:a16="http://schemas.microsoft.com/office/drawing/2014/main" id="{3A94E29A-5B29-C1EE-B93B-9DC25F8BF3FF}"/>
              </a:ext>
            </a:extLst>
          </p:cNvPr>
          <p:cNvGraphicFramePr>
            <a:graphicFrameLocks noGrp="1"/>
          </p:cNvGraphicFramePr>
          <p:nvPr>
            <p:extLst>
              <p:ext uri="{D42A27DB-BD31-4B8C-83A1-F6EECF244321}">
                <p14:modId xmlns:p14="http://schemas.microsoft.com/office/powerpoint/2010/main" val="340879452"/>
              </p:ext>
            </p:extLst>
          </p:nvPr>
        </p:nvGraphicFramePr>
        <p:xfrm>
          <a:off x="1443182" y="2918300"/>
          <a:ext cx="8780318" cy="3200400"/>
        </p:xfrm>
        <a:graphic>
          <a:graphicData uri="http://schemas.openxmlformats.org/drawingml/2006/table">
            <a:tbl>
              <a:tblPr firstRow="1" bandRow="1">
                <a:tableStyleId>{5C22544A-7EE6-4342-B048-85BDC9FD1C3A}</a:tableStyleId>
              </a:tblPr>
              <a:tblGrid>
                <a:gridCol w="4390159">
                  <a:extLst>
                    <a:ext uri="{9D8B030D-6E8A-4147-A177-3AD203B41FA5}">
                      <a16:colId xmlns:a16="http://schemas.microsoft.com/office/drawing/2014/main" val="2952406679"/>
                    </a:ext>
                  </a:extLst>
                </a:gridCol>
                <a:gridCol w="4390159">
                  <a:extLst>
                    <a:ext uri="{9D8B030D-6E8A-4147-A177-3AD203B41FA5}">
                      <a16:colId xmlns:a16="http://schemas.microsoft.com/office/drawing/2014/main" val="3368805279"/>
                    </a:ext>
                  </a:extLst>
                </a:gridCol>
              </a:tblGrid>
              <a:tr h="415510">
                <a:tc gridSpan="2">
                  <a:txBody>
                    <a:bodyPr/>
                    <a:lstStyle/>
                    <a:p>
                      <a:pPr algn="ctr"/>
                      <a:r>
                        <a:rPr lang="en-US" sz="2400" dirty="0"/>
                        <a:t>Software Requirement</a:t>
                      </a:r>
                      <a:endParaRPr lang="en-IN" sz="2400" dirty="0"/>
                    </a:p>
                  </a:txBody>
                  <a:tcPr/>
                </a:tc>
                <a:tc hMerge="1">
                  <a:txBody>
                    <a:bodyPr/>
                    <a:lstStyle/>
                    <a:p>
                      <a:endParaRPr lang="en-IN"/>
                    </a:p>
                  </a:txBody>
                  <a:tcPr/>
                </a:tc>
                <a:extLst>
                  <a:ext uri="{0D108BD9-81ED-4DB2-BD59-A6C34878D82A}">
                    <a16:rowId xmlns:a16="http://schemas.microsoft.com/office/drawing/2014/main" val="2643551713"/>
                  </a:ext>
                </a:extLst>
              </a:tr>
              <a:tr h="415510">
                <a:tc>
                  <a:txBody>
                    <a:bodyPr/>
                    <a:lstStyle/>
                    <a:p>
                      <a:pPr algn="ctr"/>
                      <a:r>
                        <a:rPr lang="en-US" sz="2400" dirty="0"/>
                        <a:t>Operating System</a:t>
                      </a:r>
                      <a:endParaRPr lang="en-IN" sz="2400" dirty="0"/>
                    </a:p>
                  </a:txBody>
                  <a:tcPr/>
                </a:tc>
                <a:tc>
                  <a:txBody>
                    <a:bodyPr/>
                    <a:lstStyle/>
                    <a:p>
                      <a:pPr algn="ctr"/>
                      <a:r>
                        <a:rPr lang="en-US" sz="2400" dirty="0"/>
                        <a:t>Windows 11</a:t>
                      </a:r>
                      <a:endParaRPr lang="en-IN" sz="2400" dirty="0"/>
                    </a:p>
                  </a:txBody>
                  <a:tcPr/>
                </a:tc>
                <a:extLst>
                  <a:ext uri="{0D108BD9-81ED-4DB2-BD59-A6C34878D82A}">
                    <a16:rowId xmlns:a16="http://schemas.microsoft.com/office/drawing/2014/main" val="1479468017"/>
                  </a:ext>
                </a:extLst>
              </a:tr>
              <a:tr h="415510">
                <a:tc>
                  <a:txBody>
                    <a:bodyPr/>
                    <a:lstStyle/>
                    <a:p>
                      <a:pPr algn="ctr"/>
                      <a:r>
                        <a:rPr lang="en-US" sz="2400" dirty="0"/>
                        <a:t>Frontend</a:t>
                      </a:r>
                      <a:endParaRPr lang="en-IN" sz="2400" dirty="0"/>
                    </a:p>
                  </a:txBody>
                  <a:tcPr/>
                </a:tc>
                <a:tc>
                  <a:txBody>
                    <a:bodyPr/>
                    <a:lstStyle/>
                    <a:p>
                      <a:pPr algn="ctr"/>
                      <a:r>
                        <a:rPr lang="en-US" sz="2400" dirty="0" err="1"/>
                        <a:t>HTML,CSS,Bootstrap</a:t>
                      </a:r>
                      <a:r>
                        <a:rPr lang="en-US" sz="2400" dirty="0"/>
                        <a:t> &amp; JavaScript</a:t>
                      </a:r>
                      <a:endParaRPr lang="en-IN" sz="2400" dirty="0"/>
                    </a:p>
                  </a:txBody>
                  <a:tcPr/>
                </a:tc>
                <a:extLst>
                  <a:ext uri="{0D108BD9-81ED-4DB2-BD59-A6C34878D82A}">
                    <a16:rowId xmlns:a16="http://schemas.microsoft.com/office/drawing/2014/main" val="1290532348"/>
                  </a:ext>
                </a:extLst>
              </a:tr>
              <a:tr h="415510">
                <a:tc>
                  <a:txBody>
                    <a:bodyPr/>
                    <a:lstStyle/>
                    <a:p>
                      <a:pPr algn="ctr"/>
                      <a:r>
                        <a:rPr lang="en-US" sz="2400" dirty="0"/>
                        <a:t>Backend</a:t>
                      </a:r>
                      <a:endParaRPr lang="en-IN" sz="2400" dirty="0"/>
                    </a:p>
                  </a:txBody>
                  <a:tcPr/>
                </a:tc>
                <a:tc>
                  <a:txBody>
                    <a:bodyPr/>
                    <a:lstStyle/>
                    <a:p>
                      <a:pPr algn="ctr"/>
                      <a:r>
                        <a:rPr lang="en-US" sz="2400" dirty="0"/>
                        <a:t>Java ( JSP &amp; Servlets)</a:t>
                      </a:r>
                      <a:endParaRPr lang="en-IN" sz="2400" dirty="0"/>
                    </a:p>
                  </a:txBody>
                  <a:tcPr/>
                </a:tc>
                <a:extLst>
                  <a:ext uri="{0D108BD9-81ED-4DB2-BD59-A6C34878D82A}">
                    <a16:rowId xmlns:a16="http://schemas.microsoft.com/office/drawing/2014/main" val="2200280536"/>
                  </a:ext>
                </a:extLst>
              </a:tr>
              <a:tr h="415510">
                <a:tc>
                  <a:txBody>
                    <a:bodyPr/>
                    <a:lstStyle/>
                    <a:p>
                      <a:pPr algn="ctr"/>
                      <a:r>
                        <a:rPr lang="en-US" sz="2400" dirty="0"/>
                        <a:t>Database </a:t>
                      </a:r>
                      <a:endParaRPr lang="en-IN" sz="2400" dirty="0"/>
                    </a:p>
                  </a:txBody>
                  <a:tcPr/>
                </a:tc>
                <a:tc>
                  <a:txBody>
                    <a:bodyPr/>
                    <a:lstStyle/>
                    <a:p>
                      <a:pPr algn="ctr"/>
                      <a:r>
                        <a:rPr lang="en-US" sz="2400" dirty="0"/>
                        <a:t>PostgreSQL</a:t>
                      </a:r>
                      <a:endParaRPr lang="en-IN" sz="2400" dirty="0"/>
                    </a:p>
                  </a:txBody>
                  <a:tcPr/>
                </a:tc>
                <a:extLst>
                  <a:ext uri="{0D108BD9-81ED-4DB2-BD59-A6C34878D82A}">
                    <a16:rowId xmlns:a16="http://schemas.microsoft.com/office/drawing/2014/main" val="3844045648"/>
                  </a:ext>
                </a:extLst>
              </a:tr>
              <a:tr h="415510">
                <a:tc>
                  <a:txBody>
                    <a:bodyPr/>
                    <a:lstStyle/>
                    <a:p>
                      <a:pPr algn="ctr"/>
                      <a:r>
                        <a:rPr lang="en-US" sz="2400" dirty="0"/>
                        <a:t>Server</a:t>
                      </a:r>
                      <a:endParaRPr lang="en-IN" sz="2400" dirty="0"/>
                    </a:p>
                  </a:txBody>
                  <a:tcPr/>
                </a:tc>
                <a:tc>
                  <a:txBody>
                    <a:bodyPr/>
                    <a:lstStyle/>
                    <a:p>
                      <a:pPr algn="ctr"/>
                      <a:r>
                        <a:rPr lang="en-US" sz="2400" dirty="0"/>
                        <a:t>Apache Tomcat</a:t>
                      </a:r>
                      <a:endParaRPr lang="en-IN" sz="2400" dirty="0"/>
                    </a:p>
                  </a:txBody>
                  <a:tcPr/>
                </a:tc>
                <a:extLst>
                  <a:ext uri="{0D108BD9-81ED-4DB2-BD59-A6C34878D82A}">
                    <a16:rowId xmlns:a16="http://schemas.microsoft.com/office/drawing/2014/main" val="408296730"/>
                  </a:ext>
                </a:extLst>
              </a:tr>
              <a:tr h="415510">
                <a:tc>
                  <a:txBody>
                    <a:bodyPr/>
                    <a:lstStyle/>
                    <a:p>
                      <a:pPr algn="ctr"/>
                      <a:r>
                        <a:rPr lang="en-US" sz="2400" dirty="0"/>
                        <a:t>Browsers</a:t>
                      </a:r>
                      <a:endParaRPr lang="en-IN" sz="2400" dirty="0"/>
                    </a:p>
                  </a:txBody>
                  <a:tcPr/>
                </a:tc>
                <a:tc>
                  <a:txBody>
                    <a:bodyPr/>
                    <a:lstStyle/>
                    <a:p>
                      <a:pPr algn="ctr"/>
                      <a:r>
                        <a:rPr lang="en-US" sz="2400" dirty="0"/>
                        <a:t>Google </a:t>
                      </a:r>
                      <a:r>
                        <a:rPr lang="en-US" sz="2400" dirty="0" err="1"/>
                        <a:t>Chrome,Mozilla</a:t>
                      </a:r>
                      <a:r>
                        <a:rPr lang="en-US" sz="2400" dirty="0"/>
                        <a:t> Firefox</a:t>
                      </a:r>
                      <a:endParaRPr lang="en-IN" sz="2400" dirty="0"/>
                    </a:p>
                  </a:txBody>
                  <a:tcPr/>
                </a:tc>
                <a:extLst>
                  <a:ext uri="{0D108BD9-81ED-4DB2-BD59-A6C34878D82A}">
                    <a16:rowId xmlns:a16="http://schemas.microsoft.com/office/drawing/2014/main" val="2015100581"/>
                  </a:ext>
                </a:extLst>
              </a:tr>
            </a:tbl>
          </a:graphicData>
        </a:graphic>
      </p:graphicFrame>
    </p:spTree>
    <p:extLst>
      <p:ext uri="{BB962C8B-B14F-4D97-AF65-F5344CB8AC3E}">
        <p14:creationId xmlns:p14="http://schemas.microsoft.com/office/powerpoint/2010/main" val="98412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1C60407-FB5A-765D-6CA6-5DDABE1687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30BA4185-5190-96DC-DF42-839743A60643}"/>
              </a:ext>
            </a:extLst>
          </p:cNvPr>
          <p:cNvSpPr>
            <a:spLocks noGrp="1"/>
          </p:cNvSpPr>
          <p:nvPr>
            <p:ph type="title"/>
          </p:nvPr>
        </p:nvSpPr>
        <p:spPr>
          <a:xfrm>
            <a:off x="304800" y="79771"/>
            <a:ext cx="10515600" cy="992188"/>
          </a:xfrm>
        </p:spPr>
        <p:txBody>
          <a:bodyPr>
            <a:normAutofit/>
          </a:bodyPr>
          <a:lstStyle/>
          <a:p>
            <a:pPr marL="571500" indent="-571500">
              <a:buFont typeface="Wingdings" panose="05000000000000000000" pitchFamily="2" charset="2"/>
              <a:buChar char="v"/>
            </a:pPr>
            <a:r>
              <a:rPr lang="en-US"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ER Diagram</a:t>
            </a:r>
            <a:endParaRPr lang="en-IN"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8C63BBD4-2640-2357-385C-FBCDACA41C2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277754" y="961230"/>
            <a:ext cx="4913745" cy="5312570"/>
          </a:xfrm>
        </p:spPr>
      </p:pic>
      <p:pic>
        <p:nvPicPr>
          <p:cNvPr id="3" name="Picture 2">
            <a:extLst>
              <a:ext uri="{FF2B5EF4-FFF2-40B4-BE49-F238E27FC236}">
                <a16:creationId xmlns:a16="http://schemas.microsoft.com/office/drawing/2014/main" id="{84A2C79A-A791-6AA3-9A11-B5BE51344C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26255" y="5689600"/>
            <a:ext cx="1726045" cy="1168400"/>
          </a:xfrm>
          <a:prstGeom prst="rect">
            <a:avLst/>
          </a:prstGeom>
        </p:spPr>
      </p:pic>
    </p:spTree>
    <p:extLst>
      <p:ext uri="{BB962C8B-B14F-4D97-AF65-F5344CB8AC3E}">
        <p14:creationId xmlns:p14="http://schemas.microsoft.com/office/powerpoint/2010/main" val="2114036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0F9AB5-FB20-91CC-7162-13CFF209FF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Content Placeholder 4">
            <a:extLst>
              <a:ext uri="{FF2B5EF4-FFF2-40B4-BE49-F238E27FC236}">
                <a16:creationId xmlns:a16="http://schemas.microsoft.com/office/drawing/2014/main" id="{EBB1AD05-DE44-5349-1273-36E71BC26D4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575627" y="1256506"/>
            <a:ext cx="4483100" cy="5143500"/>
          </a:xfrm>
        </p:spPr>
      </p:pic>
      <p:pic>
        <p:nvPicPr>
          <p:cNvPr id="3" name="Picture 2">
            <a:extLst>
              <a:ext uri="{FF2B5EF4-FFF2-40B4-BE49-F238E27FC236}">
                <a16:creationId xmlns:a16="http://schemas.microsoft.com/office/drawing/2014/main" id="{D83A1545-8BF1-AB7B-4EE8-C32E37BFFE9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26255" y="5689600"/>
            <a:ext cx="1726045" cy="1168400"/>
          </a:xfrm>
          <a:prstGeom prst="rect">
            <a:avLst/>
          </a:prstGeom>
        </p:spPr>
      </p:pic>
      <p:sp>
        <p:nvSpPr>
          <p:cNvPr id="9" name="Title 1">
            <a:extLst>
              <a:ext uri="{FF2B5EF4-FFF2-40B4-BE49-F238E27FC236}">
                <a16:creationId xmlns:a16="http://schemas.microsoft.com/office/drawing/2014/main" id="{7C18249A-FACF-2BE3-659F-DC90F986A0AE}"/>
              </a:ext>
            </a:extLst>
          </p:cNvPr>
          <p:cNvSpPr txBox="1">
            <a:spLocks/>
          </p:cNvSpPr>
          <p:nvPr/>
        </p:nvSpPr>
        <p:spPr>
          <a:xfrm>
            <a:off x="304800" y="79771"/>
            <a:ext cx="10515600" cy="9921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Wingdings" panose="05000000000000000000" pitchFamily="2" charset="2"/>
              <a:buChar char="v"/>
            </a:pPr>
            <a:r>
              <a:rPr lang="en-US"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Class Diagram</a:t>
            </a:r>
            <a:endParaRPr lang="en-IN"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5465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04CA402-1B02-7E2A-0559-9F4B67B782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Content Placeholder 4">
            <a:extLst>
              <a:ext uri="{FF2B5EF4-FFF2-40B4-BE49-F238E27FC236}">
                <a16:creationId xmlns:a16="http://schemas.microsoft.com/office/drawing/2014/main" id="{9FC0229D-11F3-1D15-13A9-3F9F794D505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58810" y="1204103"/>
            <a:ext cx="3870488" cy="4972860"/>
          </a:xfrm>
        </p:spPr>
      </p:pic>
      <p:pic>
        <p:nvPicPr>
          <p:cNvPr id="7" name="Picture 6">
            <a:extLst>
              <a:ext uri="{FF2B5EF4-FFF2-40B4-BE49-F238E27FC236}">
                <a16:creationId xmlns:a16="http://schemas.microsoft.com/office/drawing/2014/main" id="{3B2D9DA8-A11A-10DA-9E89-DCE0829801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15007" y="1204102"/>
            <a:ext cx="4210050" cy="4972861"/>
          </a:xfrm>
          <a:prstGeom prst="rect">
            <a:avLst/>
          </a:prstGeom>
        </p:spPr>
      </p:pic>
      <p:pic>
        <p:nvPicPr>
          <p:cNvPr id="3" name="Picture 2">
            <a:extLst>
              <a:ext uri="{FF2B5EF4-FFF2-40B4-BE49-F238E27FC236}">
                <a16:creationId xmlns:a16="http://schemas.microsoft.com/office/drawing/2014/main" id="{A98698FD-0A0E-C811-3106-BAB95F0E049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26255" y="5689600"/>
            <a:ext cx="1726045" cy="1168400"/>
          </a:xfrm>
          <a:prstGeom prst="rect">
            <a:avLst/>
          </a:prstGeom>
        </p:spPr>
      </p:pic>
      <p:sp>
        <p:nvSpPr>
          <p:cNvPr id="10" name="Title 1">
            <a:extLst>
              <a:ext uri="{FF2B5EF4-FFF2-40B4-BE49-F238E27FC236}">
                <a16:creationId xmlns:a16="http://schemas.microsoft.com/office/drawing/2014/main" id="{DFFA7EF6-B9E8-0427-CF9A-794A767E6CD9}"/>
              </a:ext>
            </a:extLst>
          </p:cNvPr>
          <p:cNvSpPr txBox="1">
            <a:spLocks/>
          </p:cNvSpPr>
          <p:nvPr/>
        </p:nvSpPr>
        <p:spPr>
          <a:xfrm>
            <a:off x="304800" y="79771"/>
            <a:ext cx="10515600" cy="9921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Wingdings" panose="05000000000000000000" pitchFamily="2" charset="2"/>
              <a:buChar char="v"/>
            </a:pPr>
            <a:r>
              <a:rPr lang="en-US"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Sequence Diagram</a:t>
            </a:r>
            <a:endParaRPr lang="en-IN"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2273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F877009-A0D4-8B7A-15D4-49A789239E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Content Placeholder 4">
            <a:extLst>
              <a:ext uri="{FF2B5EF4-FFF2-40B4-BE49-F238E27FC236}">
                <a16:creationId xmlns:a16="http://schemas.microsoft.com/office/drawing/2014/main" id="{A401B2D4-268E-5FAD-967D-61A37EFF4BA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103333" y="950118"/>
            <a:ext cx="5985333" cy="4957763"/>
          </a:xfrm>
        </p:spPr>
      </p:pic>
      <p:pic>
        <p:nvPicPr>
          <p:cNvPr id="3" name="Picture 2">
            <a:extLst>
              <a:ext uri="{FF2B5EF4-FFF2-40B4-BE49-F238E27FC236}">
                <a16:creationId xmlns:a16="http://schemas.microsoft.com/office/drawing/2014/main" id="{312477F4-1A13-512B-F958-DE20F093549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26255" y="5689600"/>
            <a:ext cx="1726045" cy="1168400"/>
          </a:xfrm>
          <a:prstGeom prst="rect">
            <a:avLst/>
          </a:prstGeom>
        </p:spPr>
      </p:pic>
      <p:sp>
        <p:nvSpPr>
          <p:cNvPr id="8" name="Title 1">
            <a:extLst>
              <a:ext uri="{FF2B5EF4-FFF2-40B4-BE49-F238E27FC236}">
                <a16:creationId xmlns:a16="http://schemas.microsoft.com/office/drawing/2014/main" id="{E03CE212-E758-EA54-E6FB-8F9E393AC726}"/>
              </a:ext>
            </a:extLst>
          </p:cNvPr>
          <p:cNvSpPr txBox="1">
            <a:spLocks/>
          </p:cNvSpPr>
          <p:nvPr/>
        </p:nvSpPr>
        <p:spPr>
          <a:xfrm>
            <a:off x="304800" y="79771"/>
            <a:ext cx="10515600" cy="9921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Wingdings" panose="05000000000000000000" pitchFamily="2" charset="2"/>
              <a:buChar char="v"/>
            </a:pPr>
            <a:r>
              <a:rPr lang="en-US" sz="3600" b="1" dirty="0" err="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Usecase</a:t>
            </a:r>
            <a:r>
              <a:rPr lang="en-US"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Diagram</a:t>
            </a:r>
            <a:endParaRPr lang="en-IN"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554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5252B74-DCEF-BA08-2BAA-0BEB270EF5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9" name="Content Placeholder 8">
            <a:extLst>
              <a:ext uri="{FF2B5EF4-FFF2-40B4-BE49-F238E27FC236}">
                <a16:creationId xmlns:a16="http://schemas.microsoft.com/office/drawing/2014/main" id="{96A16771-91D5-150A-039E-C49776899E7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139950" y="1233488"/>
            <a:ext cx="2088610" cy="4802187"/>
          </a:xfrm>
        </p:spPr>
      </p:pic>
      <p:pic>
        <p:nvPicPr>
          <p:cNvPr id="11" name="Picture 10">
            <a:extLst>
              <a:ext uri="{FF2B5EF4-FFF2-40B4-BE49-F238E27FC236}">
                <a16:creationId xmlns:a16="http://schemas.microsoft.com/office/drawing/2014/main" id="{5E0F672D-D101-A212-EDE8-600D2259EA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93281" y="1069079"/>
            <a:ext cx="2540321" cy="5131003"/>
          </a:xfrm>
          <a:prstGeom prst="rect">
            <a:avLst/>
          </a:prstGeom>
        </p:spPr>
      </p:pic>
      <p:pic>
        <p:nvPicPr>
          <p:cNvPr id="3" name="Picture 2">
            <a:extLst>
              <a:ext uri="{FF2B5EF4-FFF2-40B4-BE49-F238E27FC236}">
                <a16:creationId xmlns:a16="http://schemas.microsoft.com/office/drawing/2014/main" id="{F366C844-FAEB-8C69-5FDE-334109D6A96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26255" y="5689600"/>
            <a:ext cx="1726045" cy="1168400"/>
          </a:xfrm>
          <a:prstGeom prst="rect">
            <a:avLst/>
          </a:prstGeom>
        </p:spPr>
      </p:pic>
      <p:sp>
        <p:nvSpPr>
          <p:cNvPr id="7" name="Title 1">
            <a:extLst>
              <a:ext uri="{FF2B5EF4-FFF2-40B4-BE49-F238E27FC236}">
                <a16:creationId xmlns:a16="http://schemas.microsoft.com/office/drawing/2014/main" id="{40011E85-B9E6-A817-A072-6B873BBBE541}"/>
              </a:ext>
            </a:extLst>
          </p:cNvPr>
          <p:cNvSpPr txBox="1">
            <a:spLocks/>
          </p:cNvSpPr>
          <p:nvPr/>
        </p:nvSpPr>
        <p:spPr>
          <a:xfrm>
            <a:off x="304800" y="79771"/>
            <a:ext cx="10515600" cy="9921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Wingdings" panose="05000000000000000000" pitchFamily="2" charset="2"/>
              <a:buChar char="v"/>
            </a:pPr>
            <a:r>
              <a:rPr lang="en-US"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Activity Diagram</a:t>
            </a:r>
            <a:endParaRPr lang="en-IN"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377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B0FF78F-F099-E7BA-CA50-14FD6B7596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Content Placeholder 4">
            <a:extLst>
              <a:ext uri="{FF2B5EF4-FFF2-40B4-BE49-F238E27FC236}">
                <a16:creationId xmlns:a16="http://schemas.microsoft.com/office/drawing/2014/main" id="{51A0E292-F6D0-FC1F-24F1-842A5746855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38300" y="1219200"/>
            <a:ext cx="8586787" cy="4332684"/>
          </a:xfrm>
        </p:spPr>
      </p:pic>
      <p:pic>
        <p:nvPicPr>
          <p:cNvPr id="3" name="Picture 2">
            <a:extLst>
              <a:ext uri="{FF2B5EF4-FFF2-40B4-BE49-F238E27FC236}">
                <a16:creationId xmlns:a16="http://schemas.microsoft.com/office/drawing/2014/main" id="{B2C1B6C3-5B69-902E-4307-A8367F1D29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26255" y="5689600"/>
            <a:ext cx="1726045" cy="1168400"/>
          </a:xfrm>
          <a:prstGeom prst="rect">
            <a:avLst/>
          </a:prstGeom>
        </p:spPr>
      </p:pic>
      <p:sp>
        <p:nvSpPr>
          <p:cNvPr id="8" name="Title 1">
            <a:extLst>
              <a:ext uri="{FF2B5EF4-FFF2-40B4-BE49-F238E27FC236}">
                <a16:creationId xmlns:a16="http://schemas.microsoft.com/office/drawing/2014/main" id="{2EC6D5C1-C99F-2B85-723D-2D4EFA7777F2}"/>
              </a:ext>
            </a:extLst>
          </p:cNvPr>
          <p:cNvSpPr txBox="1">
            <a:spLocks/>
          </p:cNvSpPr>
          <p:nvPr/>
        </p:nvSpPr>
        <p:spPr>
          <a:xfrm>
            <a:off x="304800" y="79771"/>
            <a:ext cx="10515600" cy="9921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Wingdings" panose="05000000000000000000" pitchFamily="2" charset="2"/>
              <a:buChar char="v"/>
            </a:pPr>
            <a:r>
              <a:rPr lang="en-US"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State-Chart Diagram</a:t>
            </a:r>
            <a:endParaRPr lang="en-IN"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9896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B30147-C932-5DDF-2CF4-DBC267A304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pic>
        <p:nvPicPr>
          <p:cNvPr id="3" name="Picture 2">
            <a:extLst>
              <a:ext uri="{FF2B5EF4-FFF2-40B4-BE49-F238E27FC236}">
                <a16:creationId xmlns:a16="http://schemas.microsoft.com/office/drawing/2014/main" id="{CD4F7EA7-8871-D509-DCC6-7FE616B91F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26255" y="5689600"/>
            <a:ext cx="1726045" cy="1168400"/>
          </a:xfrm>
          <a:prstGeom prst="rect">
            <a:avLst/>
          </a:prstGeom>
        </p:spPr>
      </p:pic>
      <p:sp>
        <p:nvSpPr>
          <p:cNvPr id="9" name="Title 1">
            <a:extLst>
              <a:ext uri="{FF2B5EF4-FFF2-40B4-BE49-F238E27FC236}">
                <a16:creationId xmlns:a16="http://schemas.microsoft.com/office/drawing/2014/main" id="{911CF20F-5A98-41A5-0E33-49EFC4948B16}"/>
              </a:ext>
            </a:extLst>
          </p:cNvPr>
          <p:cNvSpPr txBox="1">
            <a:spLocks/>
          </p:cNvSpPr>
          <p:nvPr/>
        </p:nvSpPr>
        <p:spPr>
          <a:xfrm>
            <a:off x="304800" y="79771"/>
            <a:ext cx="10515600" cy="9921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Wingdings" panose="05000000000000000000" pitchFamily="2" charset="2"/>
              <a:buChar char="v"/>
            </a:pPr>
            <a:r>
              <a:rPr lang="en-US"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Collaboration Diagram</a:t>
            </a:r>
            <a:endParaRPr lang="en-IN"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8" name="Content Placeholder 7">
            <a:extLst>
              <a:ext uri="{FF2B5EF4-FFF2-40B4-BE49-F238E27FC236}">
                <a16:creationId xmlns:a16="http://schemas.microsoft.com/office/drawing/2014/main" id="{A8ABB394-B7A8-63DD-83C7-737463F3FD27}"/>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2064327" y="1568919"/>
            <a:ext cx="7800109" cy="3865888"/>
          </a:xfrm>
        </p:spPr>
      </p:pic>
    </p:spTree>
    <p:extLst>
      <p:ext uri="{BB962C8B-B14F-4D97-AF65-F5344CB8AC3E}">
        <p14:creationId xmlns:p14="http://schemas.microsoft.com/office/powerpoint/2010/main" val="2042223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54D60D-EEA0-E48E-7BC8-608250F891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7999"/>
          </a:xfrm>
          <a:prstGeom prst="rect">
            <a:avLst/>
          </a:prstGeom>
        </p:spPr>
      </p:pic>
      <p:pic>
        <p:nvPicPr>
          <p:cNvPr id="5" name="Content Placeholder 4">
            <a:extLst>
              <a:ext uri="{FF2B5EF4-FFF2-40B4-BE49-F238E27FC236}">
                <a16:creationId xmlns:a16="http://schemas.microsoft.com/office/drawing/2014/main" id="{4AFB0DC8-98B5-86B1-C6B6-25D5DD50333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619500" y="1003300"/>
            <a:ext cx="4762500" cy="5168900"/>
          </a:xfrm>
        </p:spPr>
      </p:pic>
      <p:pic>
        <p:nvPicPr>
          <p:cNvPr id="3" name="Picture 2">
            <a:extLst>
              <a:ext uri="{FF2B5EF4-FFF2-40B4-BE49-F238E27FC236}">
                <a16:creationId xmlns:a16="http://schemas.microsoft.com/office/drawing/2014/main" id="{31B5743E-1EB7-8AA6-F18A-F363E3A2D4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26255" y="5689600"/>
            <a:ext cx="1726045" cy="1168400"/>
          </a:xfrm>
          <a:prstGeom prst="rect">
            <a:avLst/>
          </a:prstGeom>
        </p:spPr>
      </p:pic>
      <p:sp>
        <p:nvSpPr>
          <p:cNvPr id="8" name="Title 1">
            <a:extLst>
              <a:ext uri="{FF2B5EF4-FFF2-40B4-BE49-F238E27FC236}">
                <a16:creationId xmlns:a16="http://schemas.microsoft.com/office/drawing/2014/main" id="{6291C04F-D11E-3D4D-273A-4969AE4E6E86}"/>
              </a:ext>
            </a:extLst>
          </p:cNvPr>
          <p:cNvSpPr txBox="1">
            <a:spLocks/>
          </p:cNvSpPr>
          <p:nvPr/>
        </p:nvSpPr>
        <p:spPr>
          <a:xfrm>
            <a:off x="304800" y="79771"/>
            <a:ext cx="10515600" cy="9921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Wingdings" panose="05000000000000000000" pitchFamily="2" charset="2"/>
              <a:buChar char="v"/>
            </a:pPr>
            <a:r>
              <a:rPr lang="en-US"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Component Diagram</a:t>
            </a:r>
            <a:endParaRPr lang="en-IN"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5366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083640C-7314-C5C0-71A6-5E399ECEE9A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0"/>
            <a:ext cx="12192000" cy="6858000"/>
          </a:xfrm>
          <a:prstGeom prst="rect">
            <a:avLst/>
          </a:prstGeom>
        </p:spPr>
      </p:pic>
      <p:pic>
        <p:nvPicPr>
          <p:cNvPr id="6" name="Picture 5">
            <a:extLst>
              <a:ext uri="{FF2B5EF4-FFF2-40B4-BE49-F238E27FC236}">
                <a16:creationId xmlns:a16="http://schemas.microsoft.com/office/drawing/2014/main" id="{45D30224-49B2-C88F-20F8-D146721470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26255" y="5689600"/>
            <a:ext cx="1726045" cy="1168400"/>
          </a:xfrm>
          <a:prstGeom prst="rect">
            <a:avLst/>
          </a:prstGeom>
        </p:spPr>
      </p:pic>
      <p:sp>
        <p:nvSpPr>
          <p:cNvPr id="9" name="Title 1">
            <a:extLst>
              <a:ext uri="{FF2B5EF4-FFF2-40B4-BE49-F238E27FC236}">
                <a16:creationId xmlns:a16="http://schemas.microsoft.com/office/drawing/2014/main" id="{59B4BFED-65C5-4620-EE24-4D3A4D29477F}"/>
              </a:ext>
            </a:extLst>
          </p:cNvPr>
          <p:cNvSpPr txBox="1">
            <a:spLocks/>
          </p:cNvSpPr>
          <p:nvPr/>
        </p:nvSpPr>
        <p:spPr>
          <a:xfrm>
            <a:off x="304800" y="79771"/>
            <a:ext cx="10515600" cy="9921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Wingdings" panose="05000000000000000000" pitchFamily="2" charset="2"/>
              <a:buChar char="v"/>
            </a:pPr>
            <a:r>
              <a:rPr lang="en-US"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Deployment Diagram</a:t>
            </a:r>
            <a:endParaRPr lang="en-IN"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4C0A2E2B-BD9E-9A3F-EA29-70570B11FF36}"/>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2990273" y="1325563"/>
            <a:ext cx="5702300" cy="4364037"/>
          </a:xfrm>
        </p:spPr>
      </p:pic>
    </p:spTree>
    <p:extLst>
      <p:ext uri="{BB962C8B-B14F-4D97-AF65-F5344CB8AC3E}">
        <p14:creationId xmlns:p14="http://schemas.microsoft.com/office/powerpoint/2010/main" val="717412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8547BA-9366-5960-5D9B-05385AAFA49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1999" cy="6885710"/>
          </a:xfrm>
          <a:prstGeom prst="rect">
            <a:avLst/>
          </a:prstGeom>
        </p:spPr>
      </p:pic>
      <p:pic>
        <p:nvPicPr>
          <p:cNvPr id="5" name="Content Placeholder 4">
            <a:extLst>
              <a:ext uri="{FF2B5EF4-FFF2-40B4-BE49-F238E27FC236}">
                <a16:creationId xmlns:a16="http://schemas.microsoft.com/office/drawing/2014/main" id="{CC51B350-6B6B-FACA-DFEE-8BF80F96C70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85455" y="1085814"/>
            <a:ext cx="9545782" cy="5342696"/>
          </a:xfrm>
        </p:spPr>
      </p:pic>
      <p:sp>
        <p:nvSpPr>
          <p:cNvPr id="2" name="Title 1">
            <a:extLst>
              <a:ext uri="{FF2B5EF4-FFF2-40B4-BE49-F238E27FC236}">
                <a16:creationId xmlns:a16="http://schemas.microsoft.com/office/drawing/2014/main" id="{78D718DF-88DE-5FF1-2C8C-E9AE48035DBD}"/>
              </a:ext>
            </a:extLst>
          </p:cNvPr>
          <p:cNvSpPr txBox="1">
            <a:spLocks/>
          </p:cNvSpPr>
          <p:nvPr/>
        </p:nvSpPr>
        <p:spPr>
          <a:xfrm>
            <a:off x="304800" y="79771"/>
            <a:ext cx="10515600" cy="9921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Home Page</a:t>
            </a:r>
            <a:endParaRPr lang="en-IN"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2366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6AB089-2533-7D6F-157A-483DF6CAF5E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1999" cy="6937771"/>
          </a:xfrm>
          <a:prstGeom prst="rect">
            <a:avLst/>
          </a:prstGeom>
        </p:spPr>
      </p:pic>
      <p:pic>
        <p:nvPicPr>
          <p:cNvPr id="5" name="Picture 4">
            <a:extLst>
              <a:ext uri="{FF2B5EF4-FFF2-40B4-BE49-F238E27FC236}">
                <a16:creationId xmlns:a16="http://schemas.microsoft.com/office/drawing/2014/main" id="{03149520-E6B3-4B07-60ED-9DC3D8D2D8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4618" y="1011382"/>
            <a:ext cx="9670473" cy="5500254"/>
          </a:xfrm>
          <a:prstGeom prst="rect">
            <a:avLst/>
          </a:prstGeom>
        </p:spPr>
      </p:pic>
      <p:sp>
        <p:nvSpPr>
          <p:cNvPr id="2" name="Title 1">
            <a:extLst>
              <a:ext uri="{FF2B5EF4-FFF2-40B4-BE49-F238E27FC236}">
                <a16:creationId xmlns:a16="http://schemas.microsoft.com/office/drawing/2014/main" id="{7B69AE33-100C-7136-1356-4F03DAB9B444}"/>
              </a:ext>
            </a:extLst>
          </p:cNvPr>
          <p:cNvSpPr txBox="1">
            <a:spLocks/>
          </p:cNvSpPr>
          <p:nvPr/>
        </p:nvSpPr>
        <p:spPr>
          <a:xfrm>
            <a:off x="304799" y="79771"/>
            <a:ext cx="11402291" cy="9921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Registration Form</a:t>
            </a:r>
            <a:endParaRPr lang="en-IN"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7267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659EEEB-C9EB-483A-8E7D-70C6D2E1406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1999" cy="6858000"/>
          </a:xfrm>
          <a:prstGeom prst="rect">
            <a:avLst/>
          </a:prstGeom>
        </p:spPr>
      </p:pic>
      <p:pic>
        <p:nvPicPr>
          <p:cNvPr id="5" name="Picture 4">
            <a:extLst>
              <a:ext uri="{FF2B5EF4-FFF2-40B4-BE49-F238E27FC236}">
                <a16:creationId xmlns:a16="http://schemas.microsoft.com/office/drawing/2014/main" id="{9FC78F2D-3573-0C3E-CC67-3C1EF99980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945" y="1025236"/>
            <a:ext cx="10030691" cy="5403273"/>
          </a:xfrm>
          <a:prstGeom prst="rect">
            <a:avLst/>
          </a:prstGeom>
        </p:spPr>
      </p:pic>
      <p:sp>
        <p:nvSpPr>
          <p:cNvPr id="2" name="Title 1">
            <a:extLst>
              <a:ext uri="{FF2B5EF4-FFF2-40B4-BE49-F238E27FC236}">
                <a16:creationId xmlns:a16="http://schemas.microsoft.com/office/drawing/2014/main" id="{6D849F3C-70E4-6A9C-8D1F-E53DD3287DE1}"/>
              </a:ext>
            </a:extLst>
          </p:cNvPr>
          <p:cNvSpPr txBox="1">
            <a:spLocks/>
          </p:cNvSpPr>
          <p:nvPr/>
        </p:nvSpPr>
        <p:spPr>
          <a:xfrm>
            <a:off x="304800" y="79771"/>
            <a:ext cx="10515600" cy="9921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User Login Form</a:t>
            </a:r>
            <a:endParaRPr lang="en-IN"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4089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34A93D-4B71-22B4-FB88-F49812F8A8E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0"/>
            <a:ext cx="12191999" cy="6858000"/>
          </a:xfrm>
          <a:prstGeom prst="rect">
            <a:avLst/>
          </a:prstGeom>
        </p:spPr>
      </p:pic>
      <p:pic>
        <p:nvPicPr>
          <p:cNvPr id="5" name="Picture 4">
            <a:extLst>
              <a:ext uri="{FF2B5EF4-FFF2-40B4-BE49-F238E27FC236}">
                <a16:creationId xmlns:a16="http://schemas.microsoft.com/office/drawing/2014/main" id="{566CB723-A3E3-2070-C268-D366FBEB9E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2163" y="928254"/>
            <a:ext cx="10127672" cy="5527964"/>
          </a:xfrm>
          <a:prstGeom prst="rect">
            <a:avLst/>
          </a:prstGeom>
        </p:spPr>
      </p:pic>
      <p:sp>
        <p:nvSpPr>
          <p:cNvPr id="2" name="Title 1">
            <a:extLst>
              <a:ext uri="{FF2B5EF4-FFF2-40B4-BE49-F238E27FC236}">
                <a16:creationId xmlns:a16="http://schemas.microsoft.com/office/drawing/2014/main" id="{12A81AFC-08F0-9295-534B-6AC71AD48215}"/>
              </a:ext>
            </a:extLst>
          </p:cNvPr>
          <p:cNvSpPr txBox="1">
            <a:spLocks/>
          </p:cNvSpPr>
          <p:nvPr/>
        </p:nvSpPr>
        <p:spPr>
          <a:xfrm>
            <a:off x="304800" y="79771"/>
            <a:ext cx="10515600" cy="9921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Vehicles Page</a:t>
            </a:r>
            <a:endParaRPr lang="en-IN"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7389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DE9F2C-10F5-3038-1A82-100E47B065B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0"/>
            <a:ext cx="12191999" cy="6858000"/>
          </a:xfrm>
          <a:prstGeom prst="rect">
            <a:avLst/>
          </a:prstGeom>
        </p:spPr>
      </p:pic>
      <p:pic>
        <p:nvPicPr>
          <p:cNvPr id="5" name="Picture 4">
            <a:extLst>
              <a:ext uri="{FF2B5EF4-FFF2-40B4-BE49-F238E27FC236}">
                <a16:creationId xmlns:a16="http://schemas.microsoft.com/office/drawing/2014/main" id="{F622B7E9-E914-15A6-DD04-09C175AA48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6018" y="928253"/>
            <a:ext cx="10099963" cy="5486401"/>
          </a:xfrm>
          <a:prstGeom prst="rect">
            <a:avLst/>
          </a:prstGeom>
        </p:spPr>
      </p:pic>
      <p:sp>
        <p:nvSpPr>
          <p:cNvPr id="2" name="Title 1">
            <a:extLst>
              <a:ext uri="{FF2B5EF4-FFF2-40B4-BE49-F238E27FC236}">
                <a16:creationId xmlns:a16="http://schemas.microsoft.com/office/drawing/2014/main" id="{F29726D1-58B6-3489-3C1C-AB435304153A}"/>
              </a:ext>
            </a:extLst>
          </p:cNvPr>
          <p:cNvSpPr txBox="1">
            <a:spLocks/>
          </p:cNvSpPr>
          <p:nvPr/>
        </p:nvSpPr>
        <p:spPr>
          <a:xfrm>
            <a:off x="304800" y="79771"/>
            <a:ext cx="10515600" cy="9921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Vehicle Booking Form</a:t>
            </a:r>
            <a:endParaRPr lang="en-IN"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5463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7D58A3F-5789-A4DA-9FC2-EE8C13FB39A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0"/>
            <a:ext cx="12192000" cy="6858000"/>
          </a:xfrm>
          <a:prstGeom prst="rect">
            <a:avLst/>
          </a:prstGeom>
        </p:spPr>
      </p:pic>
      <p:pic>
        <p:nvPicPr>
          <p:cNvPr id="5" name="Picture 4">
            <a:extLst>
              <a:ext uri="{FF2B5EF4-FFF2-40B4-BE49-F238E27FC236}">
                <a16:creationId xmlns:a16="http://schemas.microsoft.com/office/drawing/2014/main" id="{5BE19699-AB22-6F01-B34A-9AC98C2041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8309" y="872837"/>
            <a:ext cx="10155382" cy="5646882"/>
          </a:xfrm>
          <a:prstGeom prst="rect">
            <a:avLst/>
          </a:prstGeom>
        </p:spPr>
      </p:pic>
      <p:sp>
        <p:nvSpPr>
          <p:cNvPr id="2" name="Title 1">
            <a:extLst>
              <a:ext uri="{FF2B5EF4-FFF2-40B4-BE49-F238E27FC236}">
                <a16:creationId xmlns:a16="http://schemas.microsoft.com/office/drawing/2014/main" id="{C53713D3-856D-43E3-232E-74583372D9DC}"/>
              </a:ext>
            </a:extLst>
          </p:cNvPr>
          <p:cNvSpPr txBox="1">
            <a:spLocks/>
          </p:cNvSpPr>
          <p:nvPr/>
        </p:nvSpPr>
        <p:spPr>
          <a:xfrm>
            <a:off x="304800" y="79771"/>
            <a:ext cx="10515600" cy="9921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Vehicle Booking Invoice</a:t>
            </a:r>
            <a:endParaRPr lang="en-IN"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7799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470A99B-20B1-EB75-FC66-A4909A8F667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9" name="Picture 8">
            <a:extLst>
              <a:ext uri="{FF2B5EF4-FFF2-40B4-BE49-F238E27FC236}">
                <a16:creationId xmlns:a16="http://schemas.microsoft.com/office/drawing/2014/main" id="{2F89A0B8-64B9-B4ED-55C6-CF647FED99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254" y="1805708"/>
            <a:ext cx="5555672" cy="3519055"/>
          </a:xfrm>
          <a:prstGeom prst="rect">
            <a:avLst/>
          </a:prstGeom>
        </p:spPr>
      </p:pic>
      <p:pic>
        <p:nvPicPr>
          <p:cNvPr id="11" name="Picture 10">
            <a:extLst>
              <a:ext uri="{FF2B5EF4-FFF2-40B4-BE49-F238E27FC236}">
                <a16:creationId xmlns:a16="http://schemas.microsoft.com/office/drawing/2014/main" id="{A15B3258-0B55-729F-A334-CBB711BDF4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805708"/>
            <a:ext cx="5929746" cy="3519055"/>
          </a:xfrm>
          <a:prstGeom prst="rect">
            <a:avLst/>
          </a:prstGeom>
        </p:spPr>
      </p:pic>
      <p:sp>
        <p:nvSpPr>
          <p:cNvPr id="2" name="Title 1">
            <a:extLst>
              <a:ext uri="{FF2B5EF4-FFF2-40B4-BE49-F238E27FC236}">
                <a16:creationId xmlns:a16="http://schemas.microsoft.com/office/drawing/2014/main" id="{8CA6F398-DDC5-54A2-2BFA-360DE8E22CA9}"/>
              </a:ext>
            </a:extLst>
          </p:cNvPr>
          <p:cNvSpPr txBox="1">
            <a:spLocks/>
          </p:cNvSpPr>
          <p:nvPr/>
        </p:nvSpPr>
        <p:spPr>
          <a:xfrm>
            <a:off x="304800" y="79771"/>
            <a:ext cx="10515600" cy="9921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Services and About Us</a:t>
            </a:r>
            <a:endParaRPr lang="en-IN"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611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0445EEB-9D57-9212-C929-C639C6AAC46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1999" cy="6858000"/>
          </a:xfrm>
          <a:prstGeom prst="rect">
            <a:avLst/>
          </a:prstGeom>
        </p:spPr>
      </p:pic>
      <p:pic>
        <p:nvPicPr>
          <p:cNvPr id="5" name="Picture 4">
            <a:extLst>
              <a:ext uri="{FF2B5EF4-FFF2-40B4-BE49-F238E27FC236}">
                <a16:creationId xmlns:a16="http://schemas.microsoft.com/office/drawing/2014/main" id="{79C3594E-0E44-08B3-6912-025C03A51B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100" y="1510144"/>
            <a:ext cx="5740401" cy="4073238"/>
          </a:xfrm>
          <a:prstGeom prst="rect">
            <a:avLst/>
          </a:prstGeom>
        </p:spPr>
      </p:pic>
      <p:pic>
        <p:nvPicPr>
          <p:cNvPr id="7" name="Picture 6">
            <a:extLst>
              <a:ext uri="{FF2B5EF4-FFF2-40B4-BE49-F238E27FC236}">
                <a16:creationId xmlns:a16="http://schemas.microsoft.com/office/drawing/2014/main" id="{A75DA57A-B497-EE26-E31F-5288FF9FF0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78550" y="1510144"/>
            <a:ext cx="5740400" cy="4073237"/>
          </a:xfrm>
          <a:prstGeom prst="rect">
            <a:avLst/>
          </a:prstGeom>
        </p:spPr>
      </p:pic>
      <p:sp>
        <p:nvSpPr>
          <p:cNvPr id="2" name="Title 1">
            <a:extLst>
              <a:ext uri="{FF2B5EF4-FFF2-40B4-BE49-F238E27FC236}">
                <a16:creationId xmlns:a16="http://schemas.microsoft.com/office/drawing/2014/main" id="{161058DE-580E-F154-B16C-51ADA39E2C7F}"/>
              </a:ext>
            </a:extLst>
          </p:cNvPr>
          <p:cNvSpPr txBox="1">
            <a:spLocks/>
          </p:cNvSpPr>
          <p:nvPr/>
        </p:nvSpPr>
        <p:spPr>
          <a:xfrm>
            <a:off x="304800" y="79771"/>
            <a:ext cx="10515600" cy="9921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Contact Us and Feedback Form</a:t>
            </a:r>
            <a:endParaRPr lang="en-IN"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4963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C8216A-CCD0-522A-5342-A67070EABAB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1999" cy="6858000"/>
          </a:xfrm>
          <a:prstGeom prst="rect">
            <a:avLst/>
          </a:prstGeom>
        </p:spPr>
      </p:pic>
      <p:pic>
        <p:nvPicPr>
          <p:cNvPr id="5" name="Picture 4">
            <a:extLst>
              <a:ext uri="{FF2B5EF4-FFF2-40B4-BE49-F238E27FC236}">
                <a16:creationId xmlns:a16="http://schemas.microsoft.com/office/drawing/2014/main" id="{DE97E92A-8534-1811-9758-5642D6C9D0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35" y="942109"/>
            <a:ext cx="9836727" cy="5583381"/>
          </a:xfrm>
          <a:prstGeom prst="rect">
            <a:avLst/>
          </a:prstGeom>
        </p:spPr>
      </p:pic>
      <p:sp>
        <p:nvSpPr>
          <p:cNvPr id="2" name="Title 1">
            <a:extLst>
              <a:ext uri="{FF2B5EF4-FFF2-40B4-BE49-F238E27FC236}">
                <a16:creationId xmlns:a16="http://schemas.microsoft.com/office/drawing/2014/main" id="{C679B5AF-98F5-4827-2842-BAC3311B85E3}"/>
              </a:ext>
            </a:extLst>
          </p:cNvPr>
          <p:cNvSpPr txBox="1">
            <a:spLocks/>
          </p:cNvSpPr>
          <p:nvPr/>
        </p:nvSpPr>
        <p:spPr>
          <a:xfrm>
            <a:off x="304800" y="79771"/>
            <a:ext cx="10515600" cy="9921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Admin Login Form</a:t>
            </a:r>
            <a:endParaRPr lang="en-IN"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0037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4AE1563-E5BC-706D-E85F-29FC45763D1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1999" cy="6858000"/>
          </a:xfrm>
          <a:prstGeom prst="rect">
            <a:avLst/>
          </a:prstGeom>
        </p:spPr>
      </p:pic>
      <p:pic>
        <p:nvPicPr>
          <p:cNvPr id="5" name="Picture 4">
            <a:extLst>
              <a:ext uri="{FF2B5EF4-FFF2-40B4-BE49-F238E27FC236}">
                <a16:creationId xmlns:a16="http://schemas.microsoft.com/office/drawing/2014/main" id="{FDF6A453-C46B-CAC4-0239-B8837A3008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1382" y="942109"/>
            <a:ext cx="10099963" cy="5430982"/>
          </a:xfrm>
          <a:prstGeom prst="rect">
            <a:avLst/>
          </a:prstGeom>
        </p:spPr>
      </p:pic>
      <p:sp>
        <p:nvSpPr>
          <p:cNvPr id="2" name="Title 1">
            <a:extLst>
              <a:ext uri="{FF2B5EF4-FFF2-40B4-BE49-F238E27FC236}">
                <a16:creationId xmlns:a16="http://schemas.microsoft.com/office/drawing/2014/main" id="{72026F2D-C77B-FD33-C357-BEE8A79ADBBA}"/>
              </a:ext>
            </a:extLst>
          </p:cNvPr>
          <p:cNvSpPr txBox="1">
            <a:spLocks/>
          </p:cNvSpPr>
          <p:nvPr/>
        </p:nvSpPr>
        <p:spPr>
          <a:xfrm>
            <a:off x="304800" y="79771"/>
            <a:ext cx="10515600" cy="9921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Admin Check</a:t>
            </a:r>
            <a:endParaRPr lang="en-IN"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8664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28D8B46-8BD5-DF24-D083-8F50853B984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1999" cy="6858000"/>
          </a:xfrm>
          <a:prstGeom prst="rect">
            <a:avLst/>
          </a:prstGeom>
        </p:spPr>
      </p:pic>
      <p:pic>
        <p:nvPicPr>
          <p:cNvPr id="5" name="Picture 4">
            <a:extLst>
              <a:ext uri="{FF2B5EF4-FFF2-40B4-BE49-F238E27FC236}">
                <a16:creationId xmlns:a16="http://schemas.microsoft.com/office/drawing/2014/main" id="{12279E8E-8E44-3DC4-625D-74FAC32362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398" y="928255"/>
            <a:ext cx="10363201" cy="5562599"/>
          </a:xfrm>
          <a:prstGeom prst="rect">
            <a:avLst/>
          </a:prstGeom>
        </p:spPr>
      </p:pic>
      <p:sp>
        <p:nvSpPr>
          <p:cNvPr id="2" name="Title 1">
            <a:extLst>
              <a:ext uri="{FF2B5EF4-FFF2-40B4-BE49-F238E27FC236}">
                <a16:creationId xmlns:a16="http://schemas.microsoft.com/office/drawing/2014/main" id="{9D6433A5-027B-2238-0E3C-5751D6E2A511}"/>
              </a:ext>
            </a:extLst>
          </p:cNvPr>
          <p:cNvSpPr txBox="1">
            <a:spLocks/>
          </p:cNvSpPr>
          <p:nvPr/>
        </p:nvSpPr>
        <p:spPr>
          <a:xfrm>
            <a:off x="304800" y="79771"/>
            <a:ext cx="10515600" cy="9921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Registration Details</a:t>
            </a:r>
            <a:endParaRPr lang="en-IN"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6085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8C12CA-8CCB-D5AD-0364-D7CDF20335B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1999" cy="6858000"/>
          </a:xfrm>
          <a:prstGeom prst="rect">
            <a:avLst/>
          </a:prstGeom>
        </p:spPr>
      </p:pic>
      <p:pic>
        <p:nvPicPr>
          <p:cNvPr id="5" name="Picture 4">
            <a:extLst>
              <a:ext uri="{FF2B5EF4-FFF2-40B4-BE49-F238E27FC236}">
                <a16:creationId xmlns:a16="http://schemas.microsoft.com/office/drawing/2014/main" id="{08658DB5-D315-ED61-5A92-68E5AEBEAD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907" y="928255"/>
            <a:ext cx="10460183" cy="5486400"/>
          </a:xfrm>
          <a:prstGeom prst="rect">
            <a:avLst/>
          </a:prstGeom>
        </p:spPr>
      </p:pic>
      <p:sp>
        <p:nvSpPr>
          <p:cNvPr id="2" name="Title 1">
            <a:extLst>
              <a:ext uri="{FF2B5EF4-FFF2-40B4-BE49-F238E27FC236}">
                <a16:creationId xmlns:a16="http://schemas.microsoft.com/office/drawing/2014/main" id="{8B597B2F-3C3A-8958-C971-ECC85E1DA7CD}"/>
              </a:ext>
            </a:extLst>
          </p:cNvPr>
          <p:cNvSpPr txBox="1">
            <a:spLocks/>
          </p:cNvSpPr>
          <p:nvPr/>
        </p:nvSpPr>
        <p:spPr>
          <a:xfrm>
            <a:off x="304800" y="79771"/>
            <a:ext cx="10515600" cy="9921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Customer Details</a:t>
            </a:r>
            <a:endParaRPr lang="en-IN"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2214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5E4088A-3004-3B4F-02A6-0C4CB37AA17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1999" cy="6858000"/>
          </a:xfrm>
          <a:prstGeom prst="rect">
            <a:avLst/>
          </a:prstGeom>
        </p:spPr>
      </p:pic>
      <p:pic>
        <p:nvPicPr>
          <p:cNvPr id="5" name="Picture 4">
            <a:extLst>
              <a:ext uri="{FF2B5EF4-FFF2-40B4-BE49-F238E27FC236}">
                <a16:creationId xmlns:a16="http://schemas.microsoft.com/office/drawing/2014/main" id="{0439D93F-43EE-BA77-4022-91A0FEDE33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6580" y="969817"/>
            <a:ext cx="10681856" cy="5458691"/>
          </a:xfrm>
          <a:prstGeom prst="rect">
            <a:avLst/>
          </a:prstGeom>
        </p:spPr>
      </p:pic>
      <p:sp>
        <p:nvSpPr>
          <p:cNvPr id="2" name="Title 1">
            <a:extLst>
              <a:ext uri="{FF2B5EF4-FFF2-40B4-BE49-F238E27FC236}">
                <a16:creationId xmlns:a16="http://schemas.microsoft.com/office/drawing/2014/main" id="{2BB75E57-DDE3-32FF-419F-89C7D8543141}"/>
              </a:ext>
            </a:extLst>
          </p:cNvPr>
          <p:cNvSpPr txBox="1">
            <a:spLocks/>
          </p:cNvSpPr>
          <p:nvPr/>
        </p:nvSpPr>
        <p:spPr>
          <a:xfrm>
            <a:off x="304800" y="79771"/>
            <a:ext cx="10515600" cy="9921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Booking Details</a:t>
            </a:r>
            <a:endParaRPr lang="en-IN"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3840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C90B199-997B-2D79-F531-F3440D67E46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1999" cy="6858000"/>
          </a:xfrm>
          <a:prstGeom prst="rect">
            <a:avLst/>
          </a:prstGeom>
        </p:spPr>
      </p:pic>
      <p:pic>
        <p:nvPicPr>
          <p:cNvPr id="5" name="Picture 4">
            <a:extLst>
              <a:ext uri="{FF2B5EF4-FFF2-40B4-BE49-F238E27FC236}">
                <a16:creationId xmlns:a16="http://schemas.microsoft.com/office/drawing/2014/main" id="{859F0DD1-B1B9-C2D5-C83B-17FD75DB22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5853" y="928255"/>
            <a:ext cx="10640291" cy="5569527"/>
          </a:xfrm>
          <a:prstGeom prst="rect">
            <a:avLst/>
          </a:prstGeom>
        </p:spPr>
      </p:pic>
      <p:sp>
        <p:nvSpPr>
          <p:cNvPr id="2" name="Title 1">
            <a:extLst>
              <a:ext uri="{FF2B5EF4-FFF2-40B4-BE49-F238E27FC236}">
                <a16:creationId xmlns:a16="http://schemas.microsoft.com/office/drawing/2014/main" id="{877058B5-9172-3EB9-8244-6CE95D2CB4C3}"/>
              </a:ext>
            </a:extLst>
          </p:cNvPr>
          <p:cNvSpPr txBox="1">
            <a:spLocks/>
          </p:cNvSpPr>
          <p:nvPr/>
        </p:nvSpPr>
        <p:spPr>
          <a:xfrm>
            <a:off x="304800" y="79771"/>
            <a:ext cx="10515600" cy="9921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Feedback Details</a:t>
            </a:r>
            <a:endParaRPr lang="en-IN"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6345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49743E2-66C3-C88A-6AD8-9F3A5063C8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Content Placeholder 2">
            <a:extLst>
              <a:ext uri="{FF2B5EF4-FFF2-40B4-BE49-F238E27FC236}">
                <a16:creationId xmlns:a16="http://schemas.microsoft.com/office/drawing/2014/main" id="{74941D0F-EB96-059A-3865-59778E527229}"/>
              </a:ext>
            </a:extLst>
          </p:cNvPr>
          <p:cNvSpPr>
            <a:spLocks noGrp="1"/>
          </p:cNvSpPr>
          <p:nvPr>
            <p:ph idx="1"/>
          </p:nvPr>
        </p:nvSpPr>
        <p:spPr>
          <a:xfrm>
            <a:off x="609600" y="1825625"/>
            <a:ext cx="10972800" cy="4351338"/>
          </a:xfrm>
        </p:spPr>
        <p:txBody>
          <a:bodyPr>
            <a:noAutofit/>
          </a:bodyPr>
          <a:lstStyle/>
          <a:p>
            <a:pPr marL="342900" marR="0" lvl="0" indent="-342900">
              <a:lnSpc>
                <a:spcPct val="100000"/>
              </a:lnSpc>
              <a:buSzPts val="1600"/>
              <a:buFont typeface="Symbol" panose="05050102010706020507" pitchFamily="18" charset="2"/>
              <a:buChar char=""/>
              <a:tabLst>
                <a:tab pos="1802765" algn="l"/>
              </a:tabLst>
            </a:pPr>
            <a:r>
              <a:rPr lang="en-US" sz="2200"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Mangal" panose="02040503050203030202" pitchFamily="18" charset="0"/>
              </a:rPr>
              <a:t>This is not the overall description about the vehicle selling system.</a:t>
            </a:r>
            <a:endParaRPr lang="en-IN" sz="22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nSpc>
                <a:spcPct val="100000"/>
              </a:lnSpc>
              <a:buSzPts val="1600"/>
              <a:buFont typeface="Symbol" panose="05050102010706020507" pitchFamily="18" charset="2"/>
              <a:buChar char=""/>
              <a:tabLst>
                <a:tab pos="1802765" algn="l"/>
              </a:tabLst>
            </a:pPr>
            <a:r>
              <a:rPr lang="en-US" sz="2200"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Mangal" panose="02040503050203030202" pitchFamily="18" charset="0"/>
              </a:rPr>
              <a:t>We can connect the </a:t>
            </a:r>
            <a:r>
              <a:rPr lang="en-US" sz="2200" kern="100" dirty="0" err="1">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Mangal" panose="02040503050203030202" pitchFamily="18" charset="0"/>
              </a:rPr>
              <a:t>sms</a:t>
            </a:r>
            <a:r>
              <a:rPr lang="en-US" sz="2200"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Mangal" panose="02040503050203030202" pitchFamily="18" charset="0"/>
              </a:rPr>
              <a:t> alert system to the proposed system which will enhance the efficiency of the system.</a:t>
            </a:r>
            <a:endParaRPr lang="en-IN" sz="22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nSpc>
                <a:spcPct val="100000"/>
              </a:lnSpc>
              <a:buSzPts val="1600"/>
              <a:buFont typeface="Symbol" panose="05050102010706020507" pitchFamily="18" charset="2"/>
              <a:buChar char=""/>
              <a:tabLst>
                <a:tab pos="1802765" algn="l"/>
              </a:tabLst>
            </a:pPr>
            <a:r>
              <a:rPr lang="en-US" sz="2200"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Mangal" panose="02040503050203030202" pitchFamily="18" charset="0"/>
              </a:rPr>
              <a:t>The email system can be use to connect the user and admin.</a:t>
            </a:r>
            <a:endParaRPr lang="en-IN" sz="22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nSpc>
                <a:spcPct val="100000"/>
              </a:lnSpc>
              <a:buSzPts val="1600"/>
              <a:buFont typeface="Symbol" panose="05050102010706020507" pitchFamily="18" charset="2"/>
              <a:buChar char=""/>
              <a:tabLst>
                <a:tab pos="1802765" algn="l"/>
              </a:tabLst>
            </a:pPr>
            <a:r>
              <a:rPr lang="en-US" sz="2200"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Mangal" panose="02040503050203030202" pitchFamily="18" charset="0"/>
              </a:rPr>
              <a:t>Improve Safety with automatic notifications.</a:t>
            </a:r>
            <a:endParaRPr lang="en-IN" sz="22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nSpc>
                <a:spcPct val="100000"/>
              </a:lnSpc>
              <a:buSzPts val="1600"/>
              <a:buFont typeface="Symbol" panose="05050102010706020507" pitchFamily="18" charset="2"/>
              <a:buChar char=""/>
              <a:tabLst>
                <a:tab pos="1802765" algn="l"/>
              </a:tabLst>
            </a:pPr>
            <a:r>
              <a:rPr lang="en-US" sz="2200"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Mangal" panose="02040503050203030202" pitchFamily="18" charset="0"/>
              </a:rPr>
              <a:t>Allow test drive for customer.</a:t>
            </a:r>
            <a:endParaRPr lang="en-IN" sz="22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nSpc>
                <a:spcPct val="100000"/>
              </a:lnSpc>
              <a:buSzPts val="1600"/>
              <a:buFont typeface="Symbol" panose="05050102010706020507" pitchFamily="18" charset="2"/>
              <a:buChar char=""/>
              <a:tabLst>
                <a:tab pos="1802765" algn="l"/>
              </a:tabLst>
            </a:pPr>
            <a:r>
              <a:rPr lang="en-US" sz="2200"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Mangal" panose="02040503050203030202" pitchFamily="18" charset="0"/>
              </a:rPr>
              <a:t>Provide nearby locations for service stations and also charging points for electric vehicles to new customer in the area.</a:t>
            </a:r>
            <a:endParaRPr lang="en-IN" sz="22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nSpc>
                <a:spcPct val="100000"/>
              </a:lnSpc>
              <a:spcAft>
                <a:spcPts val="800"/>
              </a:spcAft>
              <a:buSzPts val="1600"/>
              <a:buFont typeface="Symbol" panose="05050102010706020507" pitchFamily="18" charset="2"/>
              <a:buChar char=""/>
              <a:tabLst>
                <a:tab pos="1802765" algn="l"/>
              </a:tabLst>
            </a:pPr>
            <a:r>
              <a:rPr lang="en-US" sz="2200"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Mangal" panose="02040503050203030202" pitchFamily="18" charset="0"/>
              </a:rPr>
              <a:t>Provides instance customer support.</a:t>
            </a:r>
            <a:endParaRPr lang="en-IN" sz="2200" kern="100" dirty="0">
              <a:effectLst/>
              <a:latin typeface="Calibri" panose="020F0502020204030204" pitchFamily="34" charset="0"/>
              <a:ea typeface="Calibri" panose="020F0502020204030204" pitchFamily="34" charset="0"/>
              <a:cs typeface="Mangal" panose="02040503050203030202" pitchFamily="18" charset="0"/>
            </a:endParaRPr>
          </a:p>
        </p:txBody>
      </p:sp>
      <p:pic>
        <p:nvPicPr>
          <p:cNvPr id="7" name="Picture 6">
            <a:extLst>
              <a:ext uri="{FF2B5EF4-FFF2-40B4-BE49-F238E27FC236}">
                <a16:creationId xmlns:a16="http://schemas.microsoft.com/office/drawing/2014/main" id="{8F2D57AB-0AE8-7B67-098D-7BF17E6043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61500" y="5361674"/>
            <a:ext cx="2501900" cy="1551781"/>
          </a:xfrm>
          <a:prstGeom prst="rect">
            <a:avLst/>
          </a:prstGeom>
        </p:spPr>
      </p:pic>
      <p:sp>
        <p:nvSpPr>
          <p:cNvPr id="10" name="Title 1">
            <a:extLst>
              <a:ext uri="{FF2B5EF4-FFF2-40B4-BE49-F238E27FC236}">
                <a16:creationId xmlns:a16="http://schemas.microsoft.com/office/drawing/2014/main" id="{268ACFEE-980F-BAFF-5719-681ECD784BB8}"/>
              </a:ext>
            </a:extLst>
          </p:cNvPr>
          <p:cNvSpPr>
            <a:spLocks noGrp="1"/>
          </p:cNvSpPr>
          <p:nvPr>
            <p:ph type="title"/>
          </p:nvPr>
        </p:nvSpPr>
        <p:spPr>
          <a:xfrm>
            <a:off x="471054" y="753340"/>
            <a:ext cx="10778403" cy="938645"/>
          </a:xfrm>
        </p:spPr>
        <p:txBody>
          <a:bodyPr>
            <a:normAutofit/>
          </a:bodyPr>
          <a:lstStyle/>
          <a:p>
            <a:pPr marL="571500" indent="-571500">
              <a:buFont typeface="Wingdings" panose="05000000000000000000" pitchFamily="2" charset="2"/>
              <a:buChar char="Ø"/>
            </a:pPr>
            <a:r>
              <a:rPr lang="en-US"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Future Enhancement</a:t>
            </a:r>
            <a:r>
              <a:rPr lang="en-US" sz="3600" b="1" dirty="0">
                <a:solidFill>
                  <a:srgbClr val="002060"/>
                </a:solidFill>
                <a:latin typeface="Times New Roman" panose="02020603050405020304" pitchFamily="18" charset="0"/>
                <a:cs typeface="Times New Roman" panose="02020603050405020304" pitchFamily="18" charset="0"/>
              </a:rPr>
              <a:t> </a:t>
            </a:r>
            <a:endParaRPr lang="en-IN" sz="3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7989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C41A8AE-B402-2879-40D7-4EDF16366F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Content Placeholder 2">
            <a:extLst>
              <a:ext uri="{FF2B5EF4-FFF2-40B4-BE49-F238E27FC236}">
                <a16:creationId xmlns:a16="http://schemas.microsoft.com/office/drawing/2014/main" id="{E96EEC73-1575-C7D2-C77A-D13A5EAFD75A}"/>
              </a:ext>
            </a:extLst>
          </p:cNvPr>
          <p:cNvSpPr>
            <a:spLocks noGrp="1"/>
          </p:cNvSpPr>
          <p:nvPr>
            <p:ph idx="1"/>
          </p:nvPr>
        </p:nvSpPr>
        <p:spPr>
          <a:xfrm>
            <a:off x="5607194" y="1619682"/>
            <a:ext cx="5756563" cy="4484978"/>
          </a:xfrm>
        </p:spPr>
        <p:txBody>
          <a:bodyPr>
            <a:normAutofit/>
          </a:bodyPr>
          <a:lstStyle/>
          <a:p>
            <a:pPr marL="0" marR="0" indent="0">
              <a:lnSpc>
                <a:spcPct val="100000"/>
              </a:lnSpc>
              <a:spcAft>
                <a:spcPts val="800"/>
              </a:spcAft>
              <a:buNone/>
              <a:tabLst>
                <a:tab pos="1802765" algn="l"/>
              </a:tabLst>
            </a:pPr>
            <a:r>
              <a:rPr lang="en-US" sz="2200"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This project is design for the purpose to provide a seamless platform for buying and selling vehicles, enhancing user experience through automation, secure transactions, and real-time vehicle information.</a:t>
            </a:r>
            <a:endParaRPr lang="en-IN" sz="2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nSpc>
                <a:spcPct val="100000"/>
              </a:lnSpc>
              <a:spcAft>
                <a:spcPts val="800"/>
              </a:spcAft>
              <a:buNone/>
              <a:tabLst>
                <a:tab pos="1802765" algn="l"/>
              </a:tabLst>
            </a:pPr>
            <a:r>
              <a:rPr lang="en-US" sz="2200"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Customer can easily book vehicle without wastage of time as per their </a:t>
            </a:r>
            <a:r>
              <a:rPr lang="en-US" sz="2200" kern="100" dirty="0" err="1">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expectation.In</a:t>
            </a:r>
            <a:r>
              <a:rPr lang="en-US" sz="2200" kern="100" dirty="0">
                <a:ln>
                  <a:noFill/>
                </a:ln>
                <a:solidFill>
                  <a:srgbClr val="0D0D0D"/>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this system Admin or Seller can easily upload the vehicle details and advertise their vehicle by saving the time. Admin can view booking vehicle details, customer details and update the database.  </a:t>
            </a:r>
            <a:endParaRPr lang="en-IN" sz="22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EEE41EB6-ECDA-5D19-0700-51878207D1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61500" y="5361674"/>
            <a:ext cx="2501900" cy="1551781"/>
          </a:xfrm>
          <a:prstGeom prst="rect">
            <a:avLst/>
          </a:prstGeom>
        </p:spPr>
      </p:pic>
      <p:sp>
        <p:nvSpPr>
          <p:cNvPr id="11" name="Title 1">
            <a:extLst>
              <a:ext uri="{FF2B5EF4-FFF2-40B4-BE49-F238E27FC236}">
                <a16:creationId xmlns:a16="http://schemas.microsoft.com/office/drawing/2014/main" id="{5A168A59-ECBF-3ED4-6FD7-8A1AA3214CEF}"/>
              </a:ext>
            </a:extLst>
          </p:cNvPr>
          <p:cNvSpPr>
            <a:spLocks noGrp="1"/>
          </p:cNvSpPr>
          <p:nvPr>
            <p:ph type="title"/>
          </p:nvPr>
        </p:nvSpPr>
        <p:spPr>
          <a:xfrm>
            <a:off x="471054" y="753340"/>
            <a:ext cx="10778403" cy="938645"/>
          </a:xfrm>
        </p:spPr>
        <p:txBody>
          <a:bodyPr>
            <a:normAutofit/>
          </a:bodyPr>
          <a:lstStyle/>
          <a:p>
            <a:pPr marL="571500" indent="-571500">
              <a:buFont typeface="Wingdings" panose="05000000000000000000" pitchFamily="2" charset="2"/>
              <a:buChar char="Ø"/>
            </a:pPr>
            <a:r>
              <a:rPr lang="en-US"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Conclusion</a:t>
            </a:r>
            <a:r>
              <a:rPr lang="en-US" sz="3600" b="1" dirty="0">
                <a:solidFill>
                  <a:srgbClr val="002060"/>
                </a:solidFill>
                <a:latin typeface="Times New Roman" panose="02020603050405020304" pitchFamily="18" charset="0"/>
                <a:cs typeface="Times New Roman" panose="02020603050405020304" pitchFamily="18" charset="0"/>
              </a:rPr>
              <a:t> </a:t>
            </a:r>
            <a:endParaRPr lang="en-IN" sz="3600" dirty="0">
              <a:solidFill>
                <a:srgbClr val="00206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5330B80-C5E2-5225-40FD-3065729BE2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9091" y="1898073"/>
            <a:ext cx="3948544" cy="3588326"/>
          </a:xfrm>
          <a:prstGeom prst="rect">
            <a:avLst/>
          </a:prstGeom>
        </p:spPr>
      </p:pic>
    </p:spTree>
    <p:extLst>
      <p:ext uri="{BB962C8B-B14F-4D97-AF65-F5344CB8AC3E}">
        <p14:creationId xmlns:p14="http://schemas.microsoft.com/office/powerpoint/2010/main" val="2925396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E63FE2E-B3DF-590C-B1E3-96A340725E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E6978E1C-5C5B-113B-36BB-5A1AED9A00B8}"/>
              </a:ext>
            </a:extLst>
          </p:cNvPr>
          <p:cNvSpPr>
            <a:spLocks noGrp="1"/>
          </p:cNvSpPr>
          <p:nvPr>
            <p:ph type="title"/>
          </p:nvPr>
        </p:nvSpPr>
        <p:spPr>
          <a:xfrm>
            <a:off x="4251613" y="3745851"/>
            <a:ext cx="3688772" cy="992620"/>
          </a:xfrm>
          <a:solidFill>
            <a:schemeClr val="accent5">
              <a:lumMod val="20000"/>
              <a:lumOff val="80000"/>
            </a:schemeClr>
          </a:solidFill>
          <a:ln w="9525" cap="flat" cmpd="sng" algn="ctr">
            <a:solidFill>
              <a:schemeClr val="accent5"/>
            </a:solidFill>
            <a:prstDash val="sysDash"/>
            <a:round/>
            <a:headEnd type="none" w="med" len="med"/>
            <a:tailEnd type="none" w="med" len="med"/>
          </a:ln>
          <a:effectLst>
            <a:glow rad="228600">
              <a:schemeClr val="accent4">
                <a:satMod val="175000"/>
                <a:alpha val="40000"/>
              </a:schemeClr>
            </a:glow>
          </a:effectLst>
        </p:spPr>
        <p:style>
          <a:lnRef idx="0">
            <a:scrgbClr r="0" g="0" b="0"/>
          </a:lnRef>
          <a:fillRef idx="0">
            <a:scrgbClr r="0" g="0" b="0"/>
          </a:fillRef>
          <a:effectRef idx="0">
            <a:scrgbClr r="0" g="0" b="0"/>
          </a:effectRef>
          <a:fontRef idx="minor">
            <a:schemeClr val="accent5"/>
          </a:fontRef>
        </p:style>
        <p:txBody>
          <a:bodyPr anchor="t">
            <a:normAutofit/>
          </a:bodyPr>
          <a:lstStyle/>
          <a:p>
            <a:pPr algn="ctr"/>
            <a:r>
              <a:rPr lang="en-US" sz="5400" b="1" dirty="0">
                <a:solidFill>
                  <a:schemeClr val="accent2">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 You</a:t>
            </a:r>
            <a:endParaRPr lang="en-IN" sz="5400" b="1" dirty="0">
              <a:solidFill>
                <a:schemeClr val="accent2">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15CF6884-B87C-C68C-E4DB-CA0A2C2BDA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34659" y="1579418"/>
            <a:ext cx="2722680" cy="2166433"/>
          </a:xfrm>
          <a:prstGeom prst="rect">
            <a:avLst/>
          </a:prstGeom>
        </p:spPr>
      </p:pic>
    </p:spTree>
    <p:extLst>
      <p:ext uri="{BB962C8B-B14F-4D97-AF65-F5344CB8AC3E}">
        <p14:creationId xmlns:p14="http://schemas.microsoft.com/office/powerpoint/2010/main" val="30805434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theme/theme1.xml><?xml version="1.0" encoding="utf-8"?>
<a:theme xmlns:a="http://schemas.openxmlformats.org/drawingml/2006/main" name="Office The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285</TotalTime>
  <Words>783</Words>
  <Application>Microsoft Office PowerPoint</Application>
  <PresentationFormat>Widescreen</PresentationFormat>
  <Paragraphs>79</Paragraphs>
  <Slides>32</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Arial</vt:lpstr>
      <vt:lpstr>Calibri</vt:lpstr>
      <vt:lpstr>Calibri Light</vt:lpstr>
      <vt:lpstr>Symbol</vt:lpstr>
      <vt:lpstr>Times New Roman</vt:lpstr>
      <vt:lpstr>Verdana</vt:lpstr>
      <vt:lpstr>Wingdings</vt:lpstr>
      <vt:lpstr>Office Theme</vt:lpstr>
      <vt:lpstr>Online Vehicle Management System</vt:lpstr>
      <vt:lpstr>Introduction </vt:lpstr>
      <vt:lpstr>Scope of System </vt:lpstr>
      <vt:lpstr>Existing System </vt:lpstr>
      <vt:lpstr>Proposed System </vt:lpstr>
      <vt:lpstr>Hardware &amp; Software Requirements</vt:lpstr>
      <vt:lpstr>ER Diagram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Future Enhancement </vt:lpstr>
      <vt:lpstr>Conclusion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Namita Ghodke</dc:creator>
  <cp:lastModifiedBy>Namita Ghodke</cp:lastModifiedBy>
  <cp:revision>70</cp:revision>
  <dcterms:created xsi:type="dcterms:W3CDTF">2025-03-19T11:16:47Z</dcterms:created>
  <dcterms:modified xsi:type="dcterms:W3CDTF">2025-04-01T01:13:28Z</dcterms:modified>
</cp:coreProperties>
</file>